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b2735d25d2a43c3" /><Relationship Type="http://schemas.openxmlformats.org/officeDocument/2006/relationships/extended-properties" Target="/docProps/app.xml" Id="Ra07e32e7642b4d9f" /><Relationship Type="http://schemas.openxmlformats.org/officeDocument/2006/relationships/officeDocument" Target="/ppt/presentation.xml" Id="R3ceae612fa9c47af" /></Relationships>
</file>

<file path=ppt/presentation.xml><?xml version="1.0" encoding="utf-8"?>
<p:presentation xmlns:p="http://schemas.openxmlformats.org/presentationml/2006/main">
  <p:sldMasterIdLst>
    <p:sldMasterId xmlns:r="http://schemas.openxmlformats.org/officeDocument/2006/relationships" id="2147483648" r:id="R88e7f9db74314360"/>
  </p:sldMasterIdLst>
  <p:notesMasterIdLst>
    <p:notesMasterId xmlns:r="http://schemas.openxmlformats.org/officeDocument/2006/relationships" r:id="R6f60d09444e944f2"/>
  </p:notesMasterIdLst>
  <p:sldIdLst>
    <p:sldId xmlns:r="http://schemas.openxmlformats.org/officeDocument/2006/relationships" id="256" r:id="R51593d8bdd1643f0"/>
    <p:sldId xmlns:r="http://schemas.openxmlformats.org/officeDocument/2006/relationships" id="257" r:id="R7e05c6b1b3e141fe"/>
    <p:sldId xmlns:r="http://schemas.openxmlformats.org/officeDocument/2006/relationships" id="258" r:id="R140e29e3ad2d4094"/>
    <p:sldId xmlns:r="http://schemas.openxmlformats.org/officeDocument/2006/relationships" id="259" r:id="R6d71f978ac4246b6"/>
    <p:sldId xmlns:r="http://schemas.openxmlformats.org/officeDocument/2006/relationships" id="260" r:id="R23d5f16ba8c24067"/>
    <p:sldId xmlns:r="http://schemas.openxmlformats.org/officeDocument/2006/relationships" id="261" r:id="Rf774629326994743"/>
    <p:sldId xmlns:r="http://schemas.openxmlformats.org/officeDocument/2006/relationships" id="262" r:id="R05e465175a154eee"/>
    <p:sldId xmlns:r="http://schemas.openxmlformats.org/officeDocument/2006/relationships" id="263" r:id="R85c4e88fd93646b5"/>
    <p:sldId xmlns:r="http://schemas.openxmlformats.org/officeDocument/2006/relationships" id="264" r:id="R3228473cd7754042"/>
    <p:sldId xmlns:r="http://schemas.openxmlformats.org/officeDocument/2006/relationships" id="265" r:id="Rc41ac956926c4b02"/>
    <p:sldId xmlns:r="http://schemas.openxmlformats.org/officeDocument/2006/relationships" id="266" r:id="R0090c054048e418f"/>
    <p:sldId xmlns:r="http://schemas.openxmlformats.org/officeDocument/2006/relationships" id="267" r:id="R23183254d53246a6"/>
    <p:sldId xmlns:r="http://schemas.openxmlformats.org/officeDocument/2006/relationships" id="268" r:id="R9f3657ad06cf4090"/>
    <p:sldId xmlns:r="http://schemas.openxmlformats.org/officeDocument/2006/relationships" id="269" r:id="R3ecd3440c24a43b3"/>
    <p:sldId xmlns:r="http://schemas.openxmlformats.org/officeDocument/2006/relationships" id="270" r:id="R5e84338cd5aa4f42"/>
    <p:sldId xmlns:r="http://schemas.openxmlformats.org/officeDocument/2006/relationships" id="271" r:id="Ra0e9c0a4afdb45c6"/>
    <p:sldId xmlns:r="http://schemas.openxmlformats.org/officeDocument/2006/relationships" id="272" r:id="Rad4a17bcfce048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8804b3e3584608" /><Relationship Type="http://schemas.openxmlformats.org/officeDocument/2006/relationships/slideMaster" Target="/ppt/slideMasters/slideMaster1.xml" Id="R88e7f9db74314360" /><Relationship Type="http://schemas.openxmlformats.org/officeDocument/2006/relationships/notesMaster" Target="/ppt/notesMasters/notesMaster1.xml" Id="R6f60d09444e944f2" /><Relationship Type="http://schemas.openxmlformats.org/officeDocument/2006/relationships/presProps" Target="/ppt/presProps.xml" Id="R15e2466d971648f5" /><Relationship Type="http://schemas.openxmlformats.org/officeDocument/2006/relationships/tableStyles" Target="/ppt/tableStyles.xml" Id="Rd949ee990a444c6c" /><Relationship Type="http://schemas.openxmlformats.org/officeDocument/2006/relationships/slide" Target="/ppt/slides/slide1.xml" Id="R51593d8bdd1643f0" /><Relationship Type="http://schemas.openxmlformats.org/officeDocument/2006/relationships/slide" Target="/ppt/slides/slide2.xml" Id="R7e05c6b1b3e141fe" /><Relationship Type="http://schemas.openxmlformats.org/officeDocument/2006/relationships/slide" Target="/ppt/slides/slide3.xml" Id="R140e29e3ad2d4094" /><Relationship Type="http://schemas.openxmlformats.org/officeDocument/2006/relationships/slide" Target="/ppt/slides/slide4.xml" Id="R6d71f978ac4246b6" /><Relationship Type="http://schemas.openxmlformats.org/officeDocument/2006/relationships/slide" Target="/ppt/slides/slide5.xml" Id="R23d5f16ba8c24067" /><Relationship Type="http://schemas.openxmlformats.org/officeDocument/2006/relationships/slide" Target="/ppt/slides/slide6.xml" Id="Rf774629326994743" /><Relationship Type="http://schemas.openxmlformats.org/officeDocument/2006/relationships/slide" Target="/ppt/slides/slide7.xml" Id="R05e465175a154eee" /><Relationship Type="http://schemas.openxmlformats.org/officeDocument/2006/relationships/slide" Target="/ppt/slides/slide8.xml" Id="R85c4e88fd93646b5" /><Relationship Type="http://schemas.openxmlformats.org/officeDocument/2006/relationships/slide" Target="/ppt/slides/slide9.xml" Id="R3228473cd7754042" /><Relationship Type="http://schemas.openxmlformats.org/officeDocument/2006/relationships/slide" Target="/ppt/slides/slide10.xml" Id="Rc41ac956926c4b02" /><Relationship Type="http://schemas.openxmlformats.org/officeDocument/2006/relationships/slide" Target="/ppt/slides/slide11.xml" Id="R0090c054048e418f" /><Relationship Type="http://schemas.openxmlformats.org/officeDocument/2006/relationships/slide" Target="/ppt/slides/slide12.xml" Id="R23183254d53246a6" /><Relationship Type="http://schemas.openxmlformats.org/officeDocument/2006/relationships/slide" Target="/ppt/slides/slide13.xml" Id="R9f3657ad06cf4090" /><Relationship Type="http://schemas.openxmlformats.org/officeDocument/2006/relationships/slide" Target="/ppt/slides/slide14.xml" Id="R3ecd3440c24a43b3" /><Relationship Type="http://schemas.openxmlformats.org/officeDocument/2006/relationships/slide" Target="/ppt/slides/slide15.xml" Id="R5e84338cd5aa4f42" /><Relationship Type="http://schemas.openxmlformats.org/officeDocument/2006/relationships/slide" Target="/ppt/slides/slide16.xml" Id="Ra0e9c0a4afdb45c6" /><Relationship Type="http://schemas.openxmlformats.org/officeDocument/2006/relationships/slide" Target="/ppt/slides/slide17.xml" Id="Rad4a17bcfce048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2672fb4c2f4e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cf69b62fbb4855" /><Relationship Type="http://schemas.openxmlformats.org/officeDocument/2006/relationships/notesMaster" Target="/ppt/notesMasters/notesMaster1.xml" Id="Rb8f90aa1c6344d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252285ae364ed4" /><Relationship Type="http://schemas.openxmlformats.org/officeDocument/2006/relationships/notesMaster" Target="/ppt/notesMasters/notesMaster1.xml" Id="R71127f299c8d43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79eb2c5de34387" /><Relationship Type="http://schemas.openxmlformats.org/officeDocument/2006/relationships/notesMaster" Target="/ppt/notesMasters/notesMaster1.xml" Id="Re76849ca543e4a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f096cbc81d4ea7" /><Relationship Type="http://schemas.openxmlformats.org/officeDocument/2006/relationships/notesMaster" Target="/ppt/notesMasters/notesMaster1.xml" Id="R7898cd2d6f8843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43361a6af748a7" /><Relationship Type="http://schemas.openxmlformats.org/officeDocument/2006/relationships/notesMaster" Target="/ppt/notesMasters/notesMaster1.xml" Id="Rbb4cfa0658284c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4cfd30b7fb427c" /><Relationship Type="http://schemas.openxmlformats.org/officeDocument/2006/relationships/notesMaster" Target="/ppt/notesMasters/notesMaster1.xml" Id="Reb77f0a3ca9841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07b6b5b38c4ca2" /><Relationship Type="http://schemas.openxmlformats.org/officeDocument/2006/relationships/notesMaster" Target="/ppt/notesMasters/notesMaster1.xml" Id="R1749a669c07848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0c1199b7b6459d" /><Relationship Type="http://schemas.openxmlformats.org/officeDocument/2006/relationships/notesMaster" Target="/ppt/notesMasters/notesMaster1.xml" Id="Rfe35edbd310247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8d7ee00d274419" /><Relationship Type="http://schemas.openxmlformats.org/officeDocument/2006/relationships/notesMaster" Target="/ppt/notesMasters/notesMaster1.xml" Id="R3d750e9f583145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e2e049f6f44cb1" /><Relationship Type="http://schemas.openxmlformats.org/officeDocument/2006/relationships/notesMaster" Target="/ppt/notesMasters/notesMaster1.xml" Id="R6bddd33a5d0b45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bb0dc130764179" /><Relationship Type="http://schemas.openxmlformats.org/officeDocument/2006/relationships/notesMaster" Target="/ppt/notesMasters/notesMaster1.xml" Id="Rff4f1d391d204b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62972c46e24ae7" /><Relationship Type="http://schemas.openxmlformats.org/officeDocument/2006/relationships/notesMaster" Target="/ppt/notesMasters/notesMaster1.xml" Id="R6597576b799c43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3558ccb24742b0" /><Relationship Type="http://schemas.openxmlformats.org/officeDocument/2006/relationships/notesMaster" Target="/ppt/notesMasters/notesMaster1.xml" Id="Rff524e072a0e42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462b5d9a1f40ca" /><Relationship Type="http://schemas.openxmlformats.org/officeDocument/2006/relationships/notesMaster" Target="/ppt/notesMasters/notesMaster1.xml" Id="R6c3563cdbde249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7d9da8d89c4299" /><Relationship Type="http://schemas.openxmlformats.org/officeDocument/2006/relationships/notesMaster" Target="/ppt/notesMasters/notesMaster1.xml" Id="R2920542648ae42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a44b6d493f149cb" /><Relationship Type="http://schemas.openxmlformats.org/officeDocument/2006/relationships/notesMaster" Target="/ppt/notesMasters/notesMaster1.xml" Id="R57e4e6cb91864a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5c0eb32ebd40c7" /><Relationship Type="http://schemas.openxmlformats.org/officeDocument/2006/relationships/notesMaster" Target="/ppt/notesMasters/notesMaster1.xml" Id="Re9800d9ac4b246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20 giây. Mốc 0:00 đến 0:20.</a:t>
            </a:r>
          </a:p>
          <a:p xmlns:a="http://schemas.openxmlformats.org/drawingml/2006/main">
            <a:r>
              <a:t/>
            </a:r>
          </a:p>
          <a:p xmlns:a="http://schemas.openxmlformats.org/drawingml/2006/main">
            <a:r>
              <a:t>Giới thiệu đề tài AI Image Doctor. Nhấn mạnh hệ thống dùng mô hình hiểu ảnh để chọn cách xử lý, còn việc thay đổi điểm ảnh thuộc các thuật toán cổ điển. Bài trình bày đi từ vấn đề và dữ liệu đến luồng hệ thống, thuật toán và kết quả. Tổng phần nói khoảng 14 phút, dành khoảng 1 phút cho câu hỏi.</a:t>
            </a:r>
          </a:p>
          <a:p xmlns:a="http://schemas.openxmlformats.org/drawingml/2006/main">
            <a:r>
              <a:t/>
            </a:r>
          </a:p>
          <a:p xmlns:a="http://schemas.openxmlformats.org/drawingml/2006/main">
            <a:r>
              <a:t>Nguồn: Trang bìa người dùng cung cấp, README.md, báo cáo mục 1.</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45 giây. Mốc 0:20 đến 1:05.</a:t>
            </a:r>
          </a:p>
          <a:p xmlns:a="http://schemas.openxmlformats.org/drawingml/2006/main">
            <a:r>
              <a:t/>
            </a:r>
          </a:p>
          <a:p xmlns:a="http://schemas.openxmlformats.org/drawingml/2006/main">
            <a:r>
              <a:t>Chỉ vào hai cặp ảnh. Ảnh tối có thể nâng sáng, ảnh nhiễu cần lọc, nhưng áp cùng một thao tác cho mọi trường hợp dễ gây tác dụng phụ. Với phục chế, ảnh trông hợp lý chưa chắc giữ đúng chi tiết. Đề tài chọn các phép xử lý có thể truy vết được tham số. Những hình trên là thực thi thành phần có kiểm soát, không phải kết quả VLM tự chẩn đoán.</a:t>
            </a:r>
          </a:p>
          <a:p xmlns:a="http://schemas.openxmlformats.org/drawingml/2006/main">
            <a:r>
              <a:t/>
            </a:r>
          </a:p>
          <a:p xmlns:a="http://schemas.openxmlformats.org/drawingml/2006/main">
            <a:r>
              <a:t>Nguồn: scratch/report-visual/photo_figures.py; src/processing_engine/; Blau và Michaeli, The Perception-Distortion Tradeoff, https://arxiv.org/abs/1711.06077.</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40 giây. Mốc 1:05 đến 1:45.</a:t>
            </a:r>
          </a:p>
          <a:p xmlns:a="http://schemas.openxmlformats.org/drawingml/2006/main">
            <a:r>
              <a:t/>
            </a:r>
          </a:p>
          <a:p xmlns:a="http://schemas.openxmlformats.org/drawingml/2006/main">
            <a:r>
              <a:t>Đầu vào ngoài ảnh còn có ý định người dùng, chẳng hạn nâng mặt và giữ nền. Với synthetic có thể thêm ground truth để đánh giá. Đầu ra cần cả ảnh lẫn thao tác thực sự đã chạy, giúp biết khi nào một action bị bỏ qua hoặc fallback. Phạm vi chỉ có năm công cụ đã hiện thực. Các chuyên khoa là hàm xử lý do executor gọi, không phải năm LLM riêng.</a:t>
            </a:r>
          </a:p>
          <a:p xmlns:a="http://schemas.openxmlformats.org/drawingml/2006/main">
            <a:r>
              <a:t/>
            </a:r>
          </a:p>
          <a:p xmlns:a="http://schemas.openxmlformats.org/drawingml/2006/main">
            <a:r>
              <a:t>Nguồn: src/agent/state.py; planner.py; executor.py; src/extensions/; báo cáo mục 1.2 và 3.4.</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45 giây. Mốc 1:45 đến 2:30.</a:t>
            </a:r>
          </a:p>
          <a:p xmlns:a="http://schemas.openxmlformats.org/drawingml/2006/main">
            <a:r>
              <a:t/>
            </a:r>
          </a:p>
          <a:p xmlns:a="http://schemas.openxmlformats.org/drawingml/2006/main">
            <a:r>
              <a:t>Dùng cùng một nguồn sạch tạo các lỗi giúp phân biệt tác động của thuật toán với việc đổi nội dung ảnh. Ngoài bốn ví dụ trên còn muối tiêu, defocus và tăng sáng. Bộ sinh chính có Gaussian sigma 25, muối tiêu 5%, motion kernel 15 góc 45 độ, defocus bán kính 5, gamma 0,4 và 2,2, tương phản nén vào 80–140. Nhấn mạnh chưa có tạo hoặc sửa Skew. Manifest ảnh thật và bộ hiệu chỉnh phục vụ mục đích khác, không đồng nhất số bản ghi với số ca thành công.</a:t>
            </a:r>
          </a:p>
          <a:p xmlns:a="http://schemas.openxmlformats.org/drawingml/2006/main">
            <a:r>
              <a:t/>
            </a:r>
          </a:p>
          <a:p xmlns:a="http://schemas.openxmlformats.org/drawingml/2006/main">
            <a:r>
              <a:t>Nguồn: data/generate_synthetic_benchmark.py; data/*manifest.json; src/api/storage.py; ảnh skimage.data.astronaut từ hình dataset của báo cáo.</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75 giây. Mốc 2:30 đến 3:45.</a:t>
            </a:r>
          </a:p>
          <a:p xmlns:a="http://schemas.openxmlformats.org/drawingml/2006/main">
            <a:r>
              <a:t/>
            </a:r>
          </a:p>
          <a:p xmlns:a="http://schemas.openxmlformats.org/drawingml/2006/main">
            <a:r>
              <a:t>Đi theo sơ đồ hình chữ S. Analyze đo trước, Perceive gán lỗi theo vùng, Clarify chỉ hỏi trong phiên tương tác. Sau plan và thực thi, Evaluate đo ứng viên. Decide chọn tiếp tục hay dừng. Nếu tiếp tục, ảnh hiện tại quay về Analyze, còn original_image giữ làm mốc. Nếu dừng, Review và Finalize kiểm tra đúng ảnh trả. previous_image là mốc rollback trước vòng, khác với original_image. Tên giới hạn thật là max_iterations, mặc định ba.</a:t>
            </a:r>
          </a:p>
          <a:p xmlns:a="http://schemas.openxmlformats.org/drawingml/2006/main">
            <a:r>
              <a:t/>
            </a:r>
          </a:p>
          <a:p xmlns:a="http://schemas.openxmlformats.org/drawingml/2006/main">
            <a:r>
              <a:t>Nguồn: src/agent/graph.py build_doctor_graph; src/agent/state.py DoctorState.</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50 giây. Mốc 3:45 đến 4:35.</a:t>
            </a:r>
          </a:p>
          <a:p xmlns:a="http://schemas.openxmlformats.org/drawingml/2006/main">
            <a:r>
              <a:t/>
            </a:r>
          </a:p>
          <a:p xmlns:a="http://schemas.openxmlformats.org/drawingml/2006/main">
            <a:r>
              <a:t>VLM quan sát toàn khung hình và có thể nhận tối đa sáu crop 512 pixel ở tỷ lệ gốc để không bỏ qua nhiễu hay biên nhỏ. Lớp đo kỹ thuật theo tile 64 pixel cung cấp bằng chứng. Fusion so sánh giả thuyết VLM với số đo đã hiệu chỉnh và ý định người dùng. Khi mâu thuẫn, Verify có thể phân loại lỗi thật, chủ ý, kết cấu hoặc không hiện diện. Preserve giúp tránh sửa nhầm bokeh và màu hoàng hôn. Không phải mỗi vòng đều gọi lại mọi bước VLM.</a:t>
            </a:r>
          </a:p>
          <a:p xmlns:a="http://schemas.openxmlformats.org/drawingml/2006/main">
            <a:r>
              <a:t/>
            </a:r>
          </a:p>
          <a:p xmlns:a="http://schemas.openxmlformats.org/drawingml/2006/main">
            <a:r>
              <a:t>Nguồn: src/agent/perception.py; evidence.py; fusion.py; src/analyzer_evaluator/measurement/.</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55 giây. Mốc 4:35 đến 5:30.</a:t>
            </a:r>
          </a:p>
          <a:p xmlns:a="http://schemas.openxmlformats.org/drawingml/2006/main">
            <a:r>
              <a:t/>
            </a:r>
          </a:p>
          <a:p xmlns:a="http://schemas.openxmlformats.org/drawingml/2006/main">
            <a:r>
              <a:t>Prompt Plan nhận số đo theo vùng, lỗi còn cần sửa, ý định, lịch sử và các playbook YAML được truy xuất bằng lọc thuộc tính và BM25. Mô hình trả structured JSON, automatic function calling bị tắt. Validator loại thao tác lạ, kẹp số hữu hạn, chuẩn hóa vùng, áp preserve và chống chỉ định rồi đặt lại thứ tự. Denoise đứng trước sharpen để tránh làm nổi hạt. Thiếu khóa hoặc gọi lỗi sẽ dùng luật và đánh dấu nguồn fallback, nên không được mặc nhiên nói Gemini đã chạy.</a:t>
            </a:r>
          </a:p>
          <a:p xmlns:a="http://schemas.openxmlformats.org/drawingml/2006/main">
            <a:r>
              <a:t/>
            </a:r>
          </a:p>
          <a:p xmlns:a="http://schemas.openxmlformats.org/drawingml/2006/main">
            <a:r>
              <a:t>Nguồn: src/agent/vlm_diagnostician.py; planner.py; knowledge/; https://ai.google.dev/gemini-api/docs/structured-output.</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60 giây. Mốc 5:30 đến 6:30.</a:t>
            </a:r>
          </a:p>
          <a:p xmlns:a="http://schemas.openxmlformats.org/drawingml/2006/main">
            <a:r>
              <a:t/>
            </a:r>
          </a:p>
          <a:p xmlns:a="http://schemas.openxmlformats.org/drawingml/2006/main">
            <a:r>
              <a:t>Giải thích bốn ảnh từ trái qua phải: ảnh đầu vào tối, mask mềm, overlay vùng và kết quả. Mask bằng không giữ ảnh cũ, bằng một nhận ảnh xử lý và giá trị trung gian tạo chuyển tiếp. Ví dụ này dùng oval vẽ tay để giải thích, không phải output detector. Trong hệ thống, vùng mặt có MediaPipe hoặc Landmarker, vùng ngữ nghĩa tùy chọn GroundingDINO và MobileSAM, thiếu model có thể dùng GrabCut từ bbox. Không xác định được vùng thì bỏ qua action. Fallback bbox cho mặt có thể giảm strength còn 0,5, ngưỡng này tạm thời.</a:t>
            </a:r>
          </a:p>
          <a:p xmlns:a="http://schemas.openxmlformats.org/drawingml/2006/main">
            <a:r>
              <a:t/>
            </a:r>
          </a:p>
          <a:p xmlns:a="http://schemas.openxmlformats.org/drawingml/2006/main">
            <a:r>
              <a:t>Nguồn: src/region_engine/; src/agent/executor.py; scratch/report-visual/photo_figures.py, hình mask của báo cáo.</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55 giây. Mốc 6:30 đến 7:25.</a:t>
            </a:r>
          </a:p>
          <a:p xmlns:a="http://schemas.openxmlformats.org/drawingml/2006/main">
            <a:r>
              <a:t/>
            </a:r>
          </a:p>
          <a:p xmlns:a="http://schemas.openxmlformats.org/drawingml/2006/main">
            <a:r>
              <a:t>Các crop cùng tọa độ giúp quan sát mặt và bề mặt trang phục. Bilateral kết hợp khoảng cách và chênh cường độ nên giữ biên, còn NLM tìm patch tương tự trong vùng rộng. Trong ví dụ mạnh này, NLM làm mịn nhiều nên không thể lấy giảm hạt làm tiêu chí duy nhất. Median phù hợp muối tiêu; Gaussian đơn giản nhưng làm mềm cạnh. NLM dùng patch 7 và search 21, h bằng 0,8 sigma mục tiêu. Các tham số trên được chọn cố định cho minh họa, không phải VLM tự tìm ra.</a:t>
            </a:r>
          </a:p>
          <a:p xmlns:a="http://schemas.openxmlformats.org/drawingml/2006/main">
            <a:r>
              <a:t/>
            </a:r>
          </a:p>
          <a:p xmlns:a="http://schemas.openxmlformats.org/drawingml/2006/main">
            <a:r>
              <a:t>Nguồn: src/processing_engine/denoise.py; hình denoise báo cáo; ảnh skimage.data.astronaut.</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70 giây. Mốc 7:25 đến 8:35.</a:t>
            </a:r>
          </a:p>
          <a:p xmlns:a="http://schemas.openxmlformats.org/drawingml/2006/main">
            <a:r>
              <a:t/>
            </a:r>
          </a:p>
          <a:p xmlns:a="http://schemas.openxmlformats.org/drawingml/2006/main">
            <a:r>
              <a:t>Bên trái là ảnh tạo tối và hai mức gamma. Công thức dự án dùng số mũ 1/gamma, vì vậy gamma lớn hơn một làm sáng. LUT có 256 phần tử giúp xử lý nhanh. Bên phải là ảnh sạch, ảnh nén tương phản và CLAHE. CLAHE làm việc trên L của LAB rồi giữ a, b, clip limit mặc định 2 và lưới 8×8. Cần phân biệt nâng sáng với tái tạo thông tin: vùng cháy trắng đã cắt hết chi tiết không thể phục hồi bằng gamma. Nâng sáng quá mạnh còn lộ nhiễu.</a:t>
            </a:r>
          </a:p>
          <a:p xmlns:a="http://schemas.openxmlformats.org/drawingml/2006/main">
            <a:r>
              <a:t/>
            </a:r>
          </a:p>
          <a:p xmlns:a="http://schemas.openxmlformats.org/drawingml/2006/main">
            <a:r>
              <a:t>Nguồn: src/processing_engine/exposure_contrast.py; hình gamma và clahe của báo cáo; https://docs.opencv.org/4.x/d5/daf/tutorial_py_histogram_equalization.html.</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45 giây. Mốc 8:35 đến 9:20.</a:t>
            </a:r>
          </a:p>
          <a:p xmlns:a="http://schemas.openxmlformats.org/drawingml/2006/main">
            <a:r>
              <a:t/>
            </a:r>
          </a:p>
          <a:p xmlns:a="http://schemas.openxmlformats.org/drawingml/2006/main">
            <a:r>
              <a:t>Quan sát crop sạch, crop defocus và hai cường độ unsharp. Unsharp lấy ảnh trừ bản làm mờ để tạo phần chi tiết rồi cộng lại, sigma làm mờ là 2 pixel. Amount quá mạnh tăng halo và không biến mất nét nặng thành ảnh phục hồi đúng. Laplacian dùng kernel 3×3 tổng hệ số bằng một. Công cụ màu nhân S trong HSV và gain R/B, giữ G, nên chỉ điều khiển trục đỏ–lam. Gray World và White Patch có hàm nhưng chưa nối vào toolbox tự động.</a:t>
            </a:r>
          </a:p>
          <a:p xmlns:a="http://schemas.openxmlformats.org/drawingml/2006/main">
            <a:r>
              <a:t/>
            </a:r>
          </a:p>
          <a:p xmlns:a="http://schemas.openxmlformats.org/drawingml/2006/main">
            <a:r>
              <a:t>Nguồn: src/processing_engine/sharpen.py; color.py; hình sharpen của báo cáo.</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55 giây. Mốc 9:20 đến 10:15.</a:t>
            </a:r>
          </a:p>
          <a:p xmlns:a="http://schemas.openxmlformats.org/drawingml/2006/main">
            <a:r>
              <a:t/>
            </a:r>
          </a:p>
          <a:p xmlns:a="http://schemas.openxmlformats.org/drawingml/2006/main">
            <a:r>
              <a:t>Với synthetic được đánh dấu và có ground truth, dùng MSE float64, PSNR đỉnh 255 và SSIM đa kênh RGB. Với ảnh thật không được lấy ảnh trước chỉnh hay baseline làm ground truth. Hệ thống dùng điểm phạt nhiễu, mờ, lệch sáng, tương phản và theo dõi lỗi trên vùng. Pyiqa có thể cung cấp BRISQUE và NIQE nếu có trọng số. Điểm toàn ảnh có thể giảm dù nâng mặt cục bộ đúng mục tiêu, nên cần đối chiếu mục tiêu và reviewer. Reviewer trong hệ thống cũng chưa phải nhãn độc lập.</a:t>
            </a:r>
          </a:p>
          <a:p xmlns:a="http://schemas.openxmlformats.org/drawingml/2006/main">
            <a:r>
              <a:t/>
            </a:r>
          </a:p>
          <a:p xmlns:a="http://schemas.openxmlformats.org/drawingml/2006/main">
            <a:r>
              <a:t>Nguồn: src/analyzer_evaluator/reference_eval.py; no_reference_eval.py; src/agent/graph.py; review.py.</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55 giây. Mốc 10:15 đến 11:10.</a:t>
            </a:r>
          </a:p>
          <a:p xmlns:a="http://schemas.openxmlformats.org/drawingml/2006/main">
            <a:r>
              <a:t/>
            </a:r>
          </a:p>
          <a:p xmlns:a="http://schemas.openxmlformats.org/drawingml/2006/main">
            <a:r>
              <a:t>Ba khối mô tả các trường hợp quyết định, không phải chuỗi luôn xảy ra. Nếu ảnh xấu đi, reviewer từ chối hoặc tác dụng phụ mức từ hai thì rollback. Nếu còn lỗi có tiến triển và còn lượt thì xử lý tiếp. Max_iterations mặc định ba, workspace cho phép một đến năm. Với synthetic cần cả PSNR ít nhất 28 và SSIM 0,88. Finalize tách decision khỏi outcome, chỉ SHIP khi ACCEPTED. Ảnh thật phải được review chấp nhận đúng hash ảnh trả. Thiếu khóa hoặc review lỗi thì UNVERIFIED, không được gọi đó là phục hồi thành công.</a:t>
            </a:r>
          </a:p>
          <a:p xmlns:a="http://schemas.openxmlformats.org/drawingml/2006/main">
            <a:r>
              <a:t/>
            </a:r>
          </a:p>
          <a:p xmlns:a="http://schemas.openxmlformats.org/drawingml/2006/main">
            <a:r>
              <a:t>Nguồn: src/agent/graph.py decide_node, finalize_node; review.py derive_outcome; workspace_schemas.py.</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55 giây. Mốc 11:10 đến 12:05.</a:t>
            </a:r>
          </a:p>
          <a:p xmlns:a="http://schemas.openxmlformats.org/drawingml/2006/main">
            <a:r>
              <a:t/>
            </a:r>
          </a:p>
          <a:p xmlns:a="http://schemas.openxmlformats.org/drawingml/2006/main">
            <a:r>
              <a:t>Bốn ảnh benchmark là astronaut, coffee, chelsea, rocket, thu cạnh dài 384 và seed 2026. Các số là trung bình đã lưu trong repo. Denoise sigma 10 bằng bilateral strength 0,8 tăng 28,31 lên 34,41 dB. Gamma nghịch đảo phép tối số mũ hai tăng 14,61 lên 44,69, thuận lợi vì biết dạng suy giảm. CLAHE 15,42 lên 16,32. Unsharp defocus bán kính hai 29,59 lên 30,50. Tham số được chọn nhờ quét có ground truth nên đây chưa là thành tích tự động của toàn pipeline.</a:t>
            </a:r>
          </a:p>
          <a:p xmlns:a="http://schemas.openxmlformats.org/drawingml/2006/main">
            <a:r>
              <a:t/>
            </a:r>
          </a:p>
          <a:p xmlns:a="http://schemas.openxmlformats.org/drawingml/2006/main">
            <a:r>
              <a:t>Nguồn: docs/module3/benchmark/denoise.md; exposure.md; sharpen.md.</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50 giây. Mốc 12:05 đến 12:55.</a:t>
            </a:r>
          </a:p>
          <a:p xmlns:a="http://schemas.openxmlformats.org/drawingml/2006/main">
            <a:r>
              <a:t/>
            </a:r>
          </a:p>
          <a:p xmlns:a="http://schemas.openxmlformats.org/drawingml/2006/main">
            <a:r>
              <a:t>Pilot đã ghi 24 lượt nhưng chỉ bốn ảnh độc lập. V2 xử lý ảnh nhiễu cả ba lần còn V1 một lần. Ca mặt tối cả hai đều giữ nguyên nên chưa đạt yêu cầu. Ảnh tốt giữ nguyên là phù hợp. Số gọi wrapper tăng 32 lên 40. Phiếu người dùng có 12 cặp, nhưng sáu cặp ảnh giống hệt, chỉ sáu cặp khác nhau thuộc hai ảnh. Chưa đủ cơ sở kết luận V2 hơn toàn hệ thống hoặc đổi mặc định. Không nên đọc chiều cao cột là tỷ lệ ảnh đẹp.</a:t>
            </a:r>
          </a:p>
          <a:p xmlns:a="http://schemas.openxmlformats.org/drawingml/2006/main">
            <a:r>
              <a:t/>
            </a:r>
          </a:p>
          <a:p xmlns:a="http://schemas.openxmlformats.org/drawingml/2006/main">
            <a:r>
              <a:t>Nguồn: docs/reports/2026-10-29-prompt-ab.md; 2026-10-29-prompt-ab-basic.md.</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45 giây. Mốc 12:55 đến 13:40.</a:t>
            </a:r>
          </a:p>
          <a:p xmlns:a="http://schemas.openxmlformats.org/drawingml/2006/main">
            <a:r>
              <a:t/>
            </a:r>
          </a:p>
          <a:p xmlns:a="http://schemas.openxmlformats.org/drawingml/2006/main">
            <a:r>
              <a:t>Hình trái tạo vùng trắng để minh họa rằng giảm sáng không lấy lại chi tiết đã mất. Hình phải cho thấy lọc nhiễu có thể xóa texture. Ngoài thuật toán còn lỗi mục tiêu: VLM xem mặt tối là chủ ý, mask người làm nâng tóc và áo. Các ngưỡng dự phòng còn phần tạm thời. Ưu tiên đánh giá độc lập trên holdout, tách mục tiêu và tác dụng phụ, làm ablation của crop, fusion, tri thức và reviewer. Chỉ sau đó mới thêm công cụ như sửa nghiêng hoặc giải chập cổ điển.</a:t>
            </a:r>
          </a:p>
          <a:p xmlns:a="http://schemas.openxmlformats.org/drawingml/2006/main">
            <a:r>
              <a:t/>
            </a:r>
          </a:p>
          <a:p xmlns:a="http://schemas.openxmlformats.org/drawingml/2006/main">
            <a:r>
              <a:t>Nguồn: Báo cáo mục 4.5; docs/reports/2026-10-27-backlit-portrait-pipeline-review.md; 2026-10-28-audit-fix-release-note.md; hình limits của báo cáo.</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20 giây. Mốc 13:40 đến 14:00.</a:t>
            </a:r>
          </a:p>
          <a:p xmlns:a="http://schemas.openxmlformats.org/drawingml/2006/main">
            <a:r>
              <a:t/>
            </a:r>
          </a:p>
          <a:p xmlns:a="http://schemas.openxmlformats.org/drawingml/2006/main">
            <a:r>
              <a:t>Kết lại bằng phân tách trách nhiệm: VLM hiểu và đề xuất, classical engine sửa điểm ảnh, StateGraph giữ trạng thái và kiểm soát vòng. Kết quả thành phần cho thấy khả năng cải thiện trong điều kiện kiểm soát. Pipeline trên ảnh thật còn cần đánh giá độc lập, nhất là chọn mục tiêu và giữ texture. Chuyển sang khoảng một phút trao đổi. Nếu hỏi sâu có thể quay lại slide 5 về graph, slide 8 về mask, slide 14 về benchmark và slide 15 về pilot.</a:t>
            </a:r>
          </a:p>
          <a:p xmlns:a="http://schemas.openxmlformats.org/drawingml/2006/main">
            <a:r>
              <a:t/>
            </a:r>
          </a:p>
          <a:p xmlns:a="http://schemas.openxmlformats.org/drawingml/2006/main">
            <a:r>
              <a:t>Nguồn: README.md; docs/decisions.md; báo cáo kết quả và hạn chế.</a:t>
            </a:r>
          </a:p>
          <a:p xmlns:a="http://schemas.openxmlformats.org/drawingml/2006/main">
            <a:r>
              <a:t>Bản mã: fe454451, tmp/report-snapshot-2026-10-29. Báo cáo: bao_cao_AI_Image_Doctor_minh_hoa.docx.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a276e050cf4f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01564c60e746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d6d3a06d674f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88557b4bbb44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8513187f8a47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9335a0fc5e45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4A2020-85F7-464D-99EC-35B0304AE9A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5AFBE7-6DF7-4EFA-BB13-B169894B3E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07D6C0-1754-4DAA-A90E-034B1606039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00A52C-CB42-43AA-B614-B01918561F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B9CD369-663F-44DC-97AB-017F694640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F7D000-5427-4BFC-B632-7A15F5E25B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99EF4C-C05F-482F-9AC6-2EDCF79694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5A5CB10-4933-4558-854C-C11811BAAD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567A76-345F-4FBA-9A5A-170ACE785A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ED73B1-DEE7-4BCE-8F86-8A912A2A24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49a6a3bda14287" /><Relationship Type="http://schemas.openxmlformats.org/officeDocument/2006/relationships/slideLayout" Target="/ppt/slideLayouts/slideLayout1.xml" Id="Rec40cedf0b0345fc" /><Relationship Type="http://schemas.openxmlformats.org/officeDocument/2006/relationships/slideLayout" Target="/ppt/slideLayouts/slideLayout2.xml" Id="R033925c8f6fd4dfc" /><Relationship Type="http://schemas.openxmlformats.org/officeDocument/2006/relationships/slideLayout" Target="/ppt/slideLayouts/slideLayout3.xml" Id="Re7ce6823fe0b41c7" /><Relationship Type="http://schemas.openxmlformats.org/officeDocument/2006/relationships/slideLayout" Target="/ppt/slideLayouts/slideLayout4.xml" Id="Re4c93561bf354f99" /><Relationship Type="http://schemas.openxmlformats.org/officeDocument/2006/relationships/slideLayout" Target="/ppt/slideLayouts/slideLayout5.xml" Id="Rd309d1927f704c0a" /><Relationship Type="http://schemas.openxmlformats.org/officeDocument/2006/relationships/slideLayout" Target="/ppt/slideLayouts/slideLayout6.xml" Id="Ra3de7095b2ef4a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40cedf0b0345fc"/>
    <p:sldLayoutId xmlns:r="http://schemas.openxmlformats.org/officeDocument/2006/relationships" id="2147483650" r:id="R033925c8f6fd4dfc"/>
    <p:sldLayoutId xmlns:r="http://schemas.openxmlformats.org/officeDocument/2006/relationships" id="2147483651" r:id="Re7ce6823fe0b41c7"/>
    <p:sldLayoutId xmlns:r="http://schemas.openxmlformats.org/officeDocument/2006/relationships" id="2147483652" r:id="Re4c93561bf354f99"/>
    <p:sldLayoutId xmlns:r="http://schemas.openxmlformats.org/officeDocument/2006/relationships" id="2147483653" r:id="Rd309d1927f704c0a"/>
    <p:sldLayoutId xmlns:r="http://schemas.openxmlformats.org/officeDocument/2006/relationships" id="2147483654" r:id="Ra3de7095b2ef4a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116b1a95fce46d0" /><Relationship Type="http://schemas.openxmlformats.org/officeDocument/2006/relationships/image" Target="/ppt/media/image.png" Id="R8b239b8bef424232" /><Relationship Type="http://schemas.openxmlformats.org/officeDocument/2006/relationships/notesSlide" Target="/ppt/notesSlides/notesSlide1.xml" Id="R249eadab428d4f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422e73ed2e43d1" /><Relationship Type="http://schemas.openxmlformats.org/officeDocument/2006/relationships/image" Target="/ppt/media/image2.png" Id="Rb2a847ef11e54f85" /><Relationship Type="http://schemas.openxmlformats.org/officeDocument/2006/relationships/notesSlide" Target="/ppt/notesSlides/notesSlide2.xml" Id="R067b3adf3af04d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220e91eda7c48fb" /><Relationship Type="http://schemas.openxmlformats.org/officeDocument/2006/relationships/notesSlide" Target="/ppt/notesSlides/notesSlide3.xml" Id="R432b9afb995446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bc99096047416a" /><Relationship Type="http://schemas.openxmlformats.org/officeDocument/2006/relationships/image" Target="/ppt/media/image3.png" Id="Rab90b0fe2c8848fa" /><Relationship Type="http://schemas.openxmlformats.org/officeDocument/2006/relationships/image" Target="/ppt/media/image4.png" Id="R21058a6a5b984e06" /><Relationship Type="http://schemas.openxmlformats.org/officeDocument/2006/relationships/image" Target="/ppt/media/image5.png" Id="Racb7c74ae0a84334" /><Relationship Type="http://schemas.openxmlformats.org/officeDocument/2006/relationships/image" Target="/ppt/media/image6.png" Id="R7c696cc1e63e4535" /><Relationship Type="http://schemas.openxmlformats.org/officeDocument/2006/relationships/notesSlide" Target="/ppt/notesSlides/notesSlide4.xml" Id="Rec8a08ef85d847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5e2f753bdb49dd" /><Relationship Type="http://schemas.openxmlformats.org/officeDocument/2006/relationships/notesSlide" Target="/ppt/notesSlides/notesSlide5.xml" Id="R61ea823d2a2a44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1bd61375004b3b" /><Relationship Type="http://schemas.openxmlformats.org/officeDocument/2006/relationships/notesSlide" Target="/ppt/notesSlides/notesSlide6.xml" Id="R87567efc65774b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48c3820bb0467f" /><Relationship Type="http://schemas.openxmlformats.org/officeDocument/2006/relationships/notesSlide" Target="/ppt/notesSlides/notesSlide7.xml" Id="Rc8f2b5e356ed48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71a1d0d62140e5" /><Relationship Type="http://schemas.openxmlformats.org/officeDocument/2006/relationships/image" Target="/ppt/media/image7.png" Id="Re8690dc376f04db8" /><Relationship Type="http://schemas.openxmlformats.org/officeDocument/2006/relationships/notesSlide" Target="/ppt/notesSlides/notesSlide8.xml" Id="R826984d497e14f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21e3fad9fa4d94" /><Relationship Type="http://schemas.openxmlformats.org/officeDocument/2006/relationships/image" Target="/ppt/media/image8.png" Id="R65bb8a60231d416c" /><Relationship Type="http://schemas.openxmlformats.org/officeDocument/2006/relationships/image" Target="/ppt/media/image9.png" Id="R7c0380a73982437b" /><Relationship Type="http://schemas.openxmlformats.org/officeDocument/2006/relationships/image" Target="/ppt/media/image10.png" Id="R213f70e73d5f46a0" /><Relationship Type="http://schemas.openxmlformats.org/officeDocument/2006/relationships/image" Target="/ppt/media/image11.png" Id="R743456d22ae84a80" /><Relationship Type="http://schemas.openxmlformats.org/officeDocument/2006/relationships/notesSlide" Target="/ppt/notesSlides/notesSlide9.xml" Id="R3fdd233715bf4b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61074f39ac46a1" /><Relationship Type="http://schemas.openxmlformats.org/officeDocument/2006/relationships/image" Target="/ppt/media/image12.png" Id="Rd3204e728bf948a3" /><Relationship Type="http://schemas.openxmlformats.org/officeDocument/2006/relationships/image" Target="/ppt/media/image13.png" Id="Rc314a8b632cf4e5c" /><Relationship Type="http://schemas.openxmlformats.org/officeDocument/2006/relationships/image" Target="/ppt/media/image14.png" Id="Rb08f2ab9d3b24278" /><Relationship Type="http://schemas.openxmlformats.org/officeDocument/2006/relationships/image" Target="/ppt/media/image15.png" Id="Re7d4424695744b62" /><Relationship Type="http://schemas.openxmlformats.org/officeDocument/2006/relationships/notesSlide" Target="/ppt/notesSlides/notesSlide10.xml" Id="R5b2751db7e8145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4f41a3cc6244730" /><Relationship Type="http://schemas.openxmlformats.org/officeDocument/2006/relationships/image" Target="/ppt/media/image16.png" Id="Ra58159afb66d44b7" /><Relationship Type="http://schemas.openxmlformats.org/officeDocument/2006/relationships/notesSlide" Target="/ppt/notesSlides/notesSlide11.xml" Id="Rd17c74f82ff645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6a1b5f62d2b4123" /><Relationship Type="http://schemas.openxmlformats.org/officeDocument/2006/relationships/notesSlide" Target="/ppt/notesSlides/notesSlide12.xml" Id="R95c405c46786434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99be4609d6a4d82" /><Relationship Type="http://schemas.openxmlformats.org/officeDocument/2006/relationships/notesSlide" Target="/ppt/notesSlides/notesSlide13.xml" Id="Rb58551f8bb4744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acb9436a07f4c82" /><Relationship Type="http://schemas.openxmlformats.org/officeDocument/2006/relationships/chart" Target="/ppt/slides/charts/chart1.xml" Id="Readf2e2944594189" /><Relationship Type="http://schemas.openxmlformats.org/officeDocument/2006/relationships/notesSlide" Target="/ppt/notesSlides/notesSlide14.xml" Id="R3097e05127bd45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de21b4e1f064a9b" /><Relationship Type="http://schemas.openxmlformats.org/officeDocument/2006/relationships/chart" Target="/ppt/slides/charts/chart2.xml" Id="R20ac20d904c54e44" /><Relationship Type="http://schemas.openxmlformats.org/officeDocument/2006/relationships/notesSlide" Target="/ppt/notesSlides/notesSlide15.xml" Id="R05151115579747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81ae0d3c1a6468f" /><Relationship Type="http://schemas.openxmlformats.org/officeDocument/2006/relationships/image" Target="/ppt/media/image17.png" Id="R37345240b85545c2" /><Relationship Type="http://schemas.openxmlformats.org/officeDocument/2006/relationships/notesSlide" Target="/ppt/notesSlides/notesSlide16.xml" Id="Rb17f1e4bd1d542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a081c761b204e89" /><Relationship Type="http://schemas.openxmlformats.org/officeDocument/2006/relationships/notesSlide" Target="/ppt/notesSlides/notesSlide17.xml" Id="R3aa071fe838245b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Trước</c:v>
          </c:tx>
          <c:spPr>
            <a:solidFill xmlns:a="http://schemas.openxmlformats.org/drawingml/2006/main">
              <a:srgbClr val="AEBAC7"/>
            </a:solidFill>
          </c:spPr>
          <c:invertIfNegative val="0"/>
          <c:cat>
            <c:strRef>
              <c:f>'Chart Data'!$A$2:$A$5</c:f>
              <c:strCache>
                <c:ptCount val="4"/>
                <c:pt idx="0">
                  <c:v>Khử nhiễu</c:v>
                </c:pt>
                <c:pt idx="1">
                  <c:v>Gamma</c:v>
                </c:pt>
                <c:pt idx="2">
                  <c:v>CLAHE</c:v>
                </c:pt>
                <c:pt idx="3">
                  <c:v>Unsharp</c:v>
                </c:pt>
              </c:strCache>
            </c:strRef>
          </c:cat>
          <c:val>
            <c:numRef>
              <c:f>'Chart Data'!$B$2:$B$5</c:f>
              <c:numCache>
                <c:formatCode>General</c:formatCode>
                <c:ptCount val="4"/>
                <c:pt idx="0">
                  <c:v>28.31</c:v>
                </c:pt>
                <c:pt idx="1">
                  <c:v>14.61</c:v>
                </c:pt>
                <c:pt idx="2">
                  <c:v>15.42</c:v>
                </c:pt>
                <c:pt idx="3">
                  <c:v>29.59</c:v>
                </c:pt>
              </c:numCache>
            </c:numRef>
          </c:val>
        </c:ser>
        <c:ser>
          <c:idx val="1"/>
          <c:order val="1"/>
          <c:tx>
            <c:v>Sau</c:v>
          </c:tx>
          <c:spPr>
            <a:solidFill xmlns:a="http://schemas.openxmlformats.org/drawingml/2006/main">
              <a:srgbClr val="267C83"/>
            </a:solidFill>
          </c:spPr>
          <c:invertIfNegative val="0"/>
          <c:cat>
            <c:strRef>
              <c:f>'Chart Data'!$C$2:$C$5</c:f>
              <c:strCache>
                <c:ptCount val="4"/>
                <c:pt idx="0">
                  <c:v>Khử nhiễu</c:v>
                </c:pt>
                <c:pt idx="1">
                  <c:v>Gamma</c:v>
                </c:pt>
                <c:pt idx="2">
                  <c:v>CLAHE</c:v>
                </c:pt>
                <c:pt idx="3">
                  <c:v>Unsharp</c:v>
                </c:pt>
              </c:strCache>
            </c:strRef>
          </c:cat>
          <c:val>
            <c:numRef>
              <c:f>'Chart Data'!$D$2:$D$5</c:f>
              <c:numCache>
                <c:formatCode>General</c:formatCode>
                <c:ptCount val="4"/>
                <c:pt idx="0">
                  <c:v>34.41</c:v>
                </c:pt>
                <c:pt idx="1">
                  <c:v>44.69</c:v>
                </c:pt>
                <c:pt idx="2">
                  <c:v>16.32</c:v>
                </c:pt>
                <c:pt idx="3">
                  <c:v>30.5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92F43"/>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EBAC7"/>
            </a:solidFill>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E4E9EC"/>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PSNR (dB)</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10"/>
      </c:valAx>
    </c:plotArea>
    <c:legend>
      <c:legendPos val="t"/>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V1</c:v>
          </c:tx>
          <c:spPr>
            <a:solidFill xmlns:a="http://schemas.openxmlformats.org/drawingml/2006/main">
              <a:srgbClr val="AEBAC7"/>
            </a:solidFill>
          </c:spPr>
          <c:invertIfNegative val="0"/>
          <c:cat>
            <c:strRef>
              <c:f>'Chart Data'!$A$2:$A$5</c:f>
              <c:strCache>
                <c:ptCount val="4"/>
                <c:pt idx="0">
                  <c:v>Mặt đã sáng</c:v>
                </c:pt>
                <c:pt idx="1">
                  <c:v>Mặt tối</c:v>
                </c:pt>
                <c:pt idx="2">
                  <c:v>Ảnh nhiễu</c:v>
                </c:pt>
                <c:pt idx="3">
                  <c:v>Ảnh tốt</c:v>
                </c:pt>
              </c:strCache>
            </c:strRef>
          </c:cat>
          <c:val>
            <c:numRef>
              <c:f>'Chart Data'!$B$2:$B$5</c:f>
              <c:numCache>
                <c:formatCode>General</c:formatCode>
                <c:ptCount val="4"/>
                <c:pt idx="0">
                  <c:v>3</c:v>
                </c:pt>
                <c:pt idx="1">
                  <c:v>0</c:v>
                </c:pt>
                <c:pt idx="2">
                  <c:v>1</c:v>
                </c:pt>
                <c:pt idx="3">
                  <c:v>0</c:v>
                </c:pt>
              </c:numCache>
            </c:numRef>
          </c:val>
        </c:ser>
        <c:ser>
          <c:idx val="1"/>
          <c:order val="1"/>
          <c:tx>
            <c:v>V2</c:v>
          </c:tx>
          <c:spPr>
            <a:solidFill xmlns:a="http://schemas.openxmlformats.org/drawingml/2006/main">
              <a:srgbClr val="267C83"/>
            </a:solidFill>
          </c:spPr>
          <c:invertIfNegative val="0"/>
          <c:cat>
            <c:strRef>
              <c:f>'Chart Data'!$C$2:$C$5</c:f>
              <c:strCache>
                <c:ptCount val="4"/>
                <c:pt idx="0">
                  <c:v>Mặt đã sáng</c:v>
                </c:pt>
                <c:pt idx="1">
                  <c:v>Mặt tối</c:v>
                </c:pt>
                <c:pt idx="2">
                  <c:v>Ảnh nhiễu</c:v>
                </c:pt>
                <c:pt idx="3">
                  <c:v>Ảnh tốt</c:v>
                </c:pt>
              </c:strCache>
            </c:strRef>
          </c:cat>
          <c:val>
            <c:numRef>
              <c:f>'Chart Data'!$D$2:$D$5</c:f>
              <c:numCache>
                <c:formatCode>General</c:formatCode>
                <c:ptCount val="4"/>
                <c:pt idx="0">
                  <c:v>1</c:v>
                </c:pt>
                <c:pt idx="1">
                  <c:v>0</c:v>
                </c:pt>
                <c:pt idx="2">
                  <c:v>3</c:v>
                </c:pt>
                <c:pt idx="3">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EBAC7"/>
            </a:solidFill>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3.7"/>
          <c:min val="0"/>
        </c:scaling>
        <c:delete val="0"/>
        <c:axPos val="l"/>
        <c:majorGridlines>
          <c:spPr>
            <a:ln xmlns:a="http://schemas.openxmlformats.org/drawingml/2006/main" w="9525">
              <a:solidFill>
                <a:srgbClr val="E4E9EC"/>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Số lượt có chỉnh / 3</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1"/>
      </c:valAx>
    </c:plotArea>
    <c:legend>
      <c:legendPos val="t"/>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E1BAD4-BC15-42E7-8769-24EF721141FC}"/>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01</a:t>
            </a:r>
          </a:p>
        </p:txBody>
      </p:sp>
      <p:pic>
        <p:nvPicPr>
          <p:cNvPr id="2" name="">
            <a:extLst xmlns:a="http://schemas.openxmlformats.org/drawingml/2006/main">
              <a:ext uri="{FF2B5EF4-FFF2-40B4-BE49-F238E27FC236}">
                <a16:creationId xmlns:a16="http://schemas.microsoft.com/office/drawing/2014/main" id="{FE9F22CE-9174-4398-9129-BCE4BD156C25}"/>
              </a:ext>
            </a:extLst>
          </p:cNvPr>
          <p:cNvPicPr>
            <a:picLocks xmlns:a="http://schemas.openxmlformats.org/drawingml/2006/main" noChangeAspect="1"/>
          </p:cNvPicPr>
          <p:nvPr/>
        </p:nvPicPr>
        <p:blipFill>
          <a:blip xmlns:r="http://schemas.openxmlformats.org/officeDocument/2006/relationships" xmlns:a="http://schemas.openxmlformats.org/drawingml/2006/main" r:embed="R8b239b8bef424232"/>
          <a:stretch xmlns:a="http://schemas.openxmlformats.org/drawingml/2006/main"/>
        </p:blipFill>
        <p:spPr>
          <a:xfrm xmlns:a="http://schemas.openxmlformats.org/drawingml/2006/main">
            <a:off x="10039350" y="720993"/>
            <a:ext cx="1181100" cy="119643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75143E9-7156-4452-B790-32CB5709BB7F}"/>
              </a:ext>
            </a:extLst>
          </p:cNvPr>
          <p:cNvSpPr>
            <a:spLocks xmlns:a="http://schemas.openxmlformats.org/drawingml/2006/main" noGrp="1"/>
          </p:cNvSpPr>
          <p:nvPr/>
        </p:nvSpPr>
        <p:spPr>
          <a:xfrm xmlns:a="http://schemas.openxmlformats.org/drawingml/2006/main">
            <a:off x="609600" y="619125"/>
            <a:ext cx="809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92F43"/>
                </a:solidFill>
                <a:latin typeface="Arial"/>
                <a:ea typeface="Arial"/>
                <a:cs typeface="Arial"/>
              </a:defRPr>
            </a:defPPr>
            <a:lvl1pPr algn="l">
              <a:defRPr sz="1800" b="1">
                <a:solidFill>
                  <a:srgbClr val="192F43"/>
                </a:solidFill>
                <a:latin typeface="Arial"/>
                <a:ea typeface="Arial"/>
                <a:cs typeface="Arial"/>
              </a:defRPr>
            </a:lvl1pPr>
            <a:lvl2pPr algn="l">
              <a:defRPr sz="1800" b="1">
                <a:solidFill>
                  <a:srgbClr val="192F43"/>
                </a:solidFill>
                <a:latin typeface="Arial"/>
                <a:ea typeface="Arial"/>
                <a:cs typeface="Arial"/>
              </a:defRPr>
            </a:lvl2pPr>
            <a:lvl3pPr algn="l">
              <a:defRPr sz="1800" b="1">
                <a:solidFill>
                  <a:srgbClr val="192F43"/>
                </a:solidFill>
                <a:latin typeface="Arial"/>
                <a:ea typeface="Arial"/>
                <a:cs typeface="Arial"/>
              </a:defRPr>
            </a:lvl3pPr>
            <a:lvl4pPr algn="l">
              <a:defRPr sz="1800" b="1">
                <a:solidFill>
                  <a:srgbClr val="192F43"/>
                </a:solidFill>
                <a:latin typeface="Arial"/>
                <a:ea typeface="Arial"/>
                <a:cs typeface="Arial"/>
              </a:defRPr>
            </a:lvl4pPr>
            <a:lvl5pPr algn="l">
              <a:defRPr sz="1800" b="1">
                <a:solidFill>
                  <a:srgbClr val="192F43"/>
                </a:solidFill>
                <a:latin typeface="Arial"/>
                <a:ea typeface="Arial"/>
                <a:cs typeface="Arial"/>
              </a:defRPr>
            </a:lvl5pPr>
            <a:lvl6pPr algn="l">
              <a:defRPr sz="1800" b="1">
                <a:solidFill>
                  <a:srgbClr val="192F43"/>
                </a:solidFill>
                <a:latin typeface="Arial"/>
                <a:ea typeface="Arial"/>
                <a:cs typeface="Arial"/>
              </a:defRPr>
            </a:lvl6pPr>
            <a:lvl7pPr algn="l">
              <a:defRPr sz="1800" b="1">
                <a:solidFill>
                  <a:srgbClr val="192F43"/>
                </a:solidFill>
                <a:latin typeface="Arial"/>
                <a:ea typeface="Arial"/>
                <a:cs typeface="Arial"/>
              </a:defRPr>
            </a:lvl7pPr>
            <a:lvl8pPr algn="l">
              <a:defRPr sz="1800" b="1">
                <a:solidFill>
                  <a:srgbClr val="192F43"/>
                </a:solidFill>
                <a:latin typeface="Arial"/>
                <a:ea typeface="Arial"/>
                <a:cs typeface="Arial"/>
              </a:defRPr>
            </a:lvl8pPr>
            <a:lvl9pPr algn="l">
              <a:defRPr sz="1800" b="1">
                <a:solidFill>
                  <a:srgbClr val="192F43"/>
                </a:solidFill>
                <a:latin typeface="Arial"/>
                <a:ea typeface="Arial"/>
                <a:cs typeface="Arial"/>
              </a:defRPr>
            </a:lvl9pPr>
          </a:lstStyle>
          <a:p xmlns:a="http://schemas.openxmlformats.org/drawingml/2006/main">
            <a:pPr algn="l">
              <a:lnSpc>
                <a:spcPct val="108000"/>
              </a:lnSpc>
              <a:buNone/>
              <a:defRPr sz="1800" b="1">
                <a:solidFill>
                  <a:srgbClr val="192F43"/>
                </a:solidFill>
                <a:latin typeface="Arial"/>
                <a:ea typeface="Arial"/>
                <a:cs typeface="Arial"/>
              </a:defRPr>
            </a:pPr>
            <a:r>
              <a:rPr sz="1800" b="1">
                <a:solidFill>
                  <a:srgbClr val="192F43"/>
                </a:solidFill>
                <a:latin typeface="Arial"/>
                <a:ea typeface="Arial"/>
                <a:cs typeface="Arial"/>
              </a:rPr>
              <a:t>HỌC VIỆN CÔNG NGHỆ</a:t>
            </a:r>
          </a:p>
          <a:p xmlns:a="http://schemas.openxmlformats.org/drawingml/2006/main">
            <a:pPr algn="l">
              <a:lnSpc>
                <a:spcPct val="108000"/>
              </a:lnSpc>
              <a:buNone/>
              <a:defRPr sz="1800" b="1">
                <a:solidFill>
                  <a:srgbClr val="192F43"/>
                </a:solidFill>
                <a:latin typeface="Arial"/>
                <a:ea typeface="Arial"/>
                <a:cs typeface="Arial"/>
              </a:defRPr>
            </a:pPr>
            <a:r>
              <a:rPr sz="1800" b="1">
                <a:solidFill>
                  <a:srgbClr val="192F43"/>
                </a:solidFill>
                <a:latin typeface="Arial"/>
                <a:ea typeface="Arial"/>
                <a:cs typeface="Arial"/>
              </a:rPr>
              <a:t>BƯU CHÍNH VIỄN THÔNG</a:t>
            </a:r>
          </a:p>
        </p:txBody>
      </p:sp>
      <p:sp>
        <p:nvSpPr>
          <p:cNvPr id="4" name="">
            <a:extLst xmlns:a="http://schemas.openxmlformats.org/drawingml/2006/main">
              <a:ext uri="{FF2B5EF4-FFF2-40B4-BE49-F238E27FC236}">
                <a16:creationId xmlns:a16="http://schemas.microsoft.com/office/drawing/2014/main" id="{05E858DC-02BF-43A0-AC65-143092085E96}"/>
              </a:ext>
            </a:extLst>
          </p:cNvPr>
          <p:cNvSpPr>
            <a:spLocks xmlns:a="http://schemas.openxmlformats.org/drawingml/2006/main" noGrp="1"/>
          </p:cNvSpPr>
          <p:nvPr/>
        </p:nvSpPr>
        <p:spPr>
          <a:xfrm xmlns:a="http://schemas.openxmlformats.org/drawingml/2006/main">
            <a:off x="609600" y="20955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92F43"/>
                </a:solidFill>
                <a:latin typeface="Arial"/>
                <a:ea typeface="Arial"/>
                <a:cs typeface="Arial"/>
              </a:defRPr>
            </a:defPPr>
            <a:lvl1pPr algn="l">
              <a:defRPr sz="4950" b="1">
                <a:solidFill>
                  <a:srgbClr val="192F43"/>
                </a:solidFill>
                <a:latin typeface="Arial"/>
                <a:ea typeface="Arial"/>
                <a:cs typeface="Arial"/>
              </a:defRPr>
            </a:lvl1pPr>
            <a:lvl2pPr algn="l">
              <a:defRPr sz="4950" b="1">
                <a:solidFill>
                  <a:srgbClr val="192F43"/>
                </a:solidFill>
                <a:latin typeface="Arial"/>
                <a:ea typeface="Arial"/>
                <a:cs typeface="Arial"/>
              </a:defRPr>
            </a:lvl2pPr>
            <a:lvl3pPr algn="l">
              <a:defRPr sz="4950" b="1">
                <a:solidFill>
                  <a:srgbClr val="192F43"/>
                </a:solidFill>
                <a:latin typeface="Arial"/>
                <a:ea typeface="Arial"/>
                <a:cs typeface="Arial"/>
              </a:defRPr>
            </a:lvl3pPr>
            <a:lvl4pPr algn="l">
              <a:defRPr sz="4950" b="1">
                <a:solidFill>
                  <a:srgbClr val="192F43"/>
                </a:solidFill>
                <a:latin typeface="Arial"/>
                <a:ea typeface="Arial"/>
                <a:cs typeface="Arial"/>
              </a:defRPr>
            </a:lvl4pPr>
            <a:lvl5pPr algn="l">
              <a:defRPr sz="4950" b="1">
                <a:solidFill>
                  <a:srgbClr val="192F43"/>
                </a:solidFill>
                <a:latin typeface="Arial"/>
                <a:ea typeface="Arial"/>
                <a:cs typeface="Arial"/>
              </a:defRPr>
            </a:lvl5pPr>
            <a:lvl6pPr algn="l">
              <a:defRPr sz="4950" b="1">
                <a:solidFill>
                  <a:srgbClr val="192F43"/>
                </a:solidFill>
                <a:latin typeface="Arial"/>
                <a:ea typeface="Arial"/>
                <a:cs typeface="Arial"/>
              </a:defRPr>
            </a:lvl6pPr>
            <a:lvl7pPr algn="l">
              <a:defRPr sz="4950" b="1">
                <a:solidFill>
                  <a:srgbClr val="192F43"/>
                </a:solidFill>
                <a:latin typeface="Arial"/>
                <a:ea typeface="Arial"/>
                <a:cs typeface="Arial"/>
              </a:defRPr>
            </a:lvl7pPr>
            <a:lvl8pPr algn="l">
              <a:defRPr sz="4950" b="1">
                <a:solidFill>
                  <a:srgbClr val="192F43"/>
                </a:solidFill>
                <a:latin typeface="Arial"/>
                <a:ea typeface="Arial"/>
                <a:cs typeface="Arial"/>
              </a:defRPr>
            </a:lvl8pPr>
            <a:lvl9pPr algn="l">
              <a:defRPr sz="4950" b="1">
                <a:solidFill>
                  <a:srgbClr val="192F43"/>
                </a:solidFill>
                <a:latin typeface="Arial"/>
                <a:ea typeface="Arial"/>
                <a:cs typeface="Arial"/>
              </a:defRPr>
            </a:lvl9pPr>
          </a:lstStyle>
          <a:p xmlns:a="http://schemas.openxmlformats.org/drawingml/2006/main">
            <a:pPr algn="l">
              <a:lnSpc>
                <a:spcPct val="108000"/>
              </a:lnSpc>
              <a:buNone/>
              <a:defRPr sz="4950" b="1">
                <a:solidFill>
                  <a:srgbClr val="192F43"/>
                </a:solidFill>
                <a:latin typeface="Arial"/>
                <a:ea typeface="Arial"/>
                <a:cs typeface="Arial"/>
              </a:defRPr>
            </a:pPr>
            <a:r>
              <a:rPr sz="4950" b="1">
                <a:solidFill>
                  <a:srgbClr val="192F43"/>
                </a:solidFill>
                <a:latin typeface="Arial"/>
                <a:ea typeface="Arial"/>
                <a:cs typeface="Arial"/>
              </a:rPr>
              <a:t>AI Image Doctor</a:t>
            </a:r>
          </a:p>
        </p:txBody>
      </p:sp>
      <p:sp>
        <p:nvSpPr>
          <p:cNvPr id="5" name="">
            <a:extLst xmlns:a="http://schemas.openxmlformats.org/drawingml/2006/main">
              <a:ext uri="{FF2B5EF4-FFF2-40B4-BE49-F238E27FC236}">
                <a16:creationId xmlns:a16="http://schemas.microsoft.com/office/drawing/2014/main" id="{0B67A3CE-B2BC-40F2-B581-F508924DD2B2}"/>
              </a:ext>
            </a:extLst>
          </p:cNvPr>
          <p:cNvSpPr>
            <a:spLocks xmlns:a="http://schemas.openxmlformats.org/drawingml/2006/main" noGrp="1"/>
          </p:cNvSpPr>
          <p:nvPr/>
        </p:nvSpPr>
        <p:spPr>
          <a:xfrm xmlns:a="http://schemas.openxmlformats.org/drawingml/2006/main">
            <a:off x="609600" y="32575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67C83"/>
                </a:solidFill>
                <a:latin typeface="Arial"/>
                <a:ea typeface="Arial"/>
                <a:cs typeface="Arial"/>
              </a:defRPr>
            </a:defPPr>
            <a:lvl1pPr algn="l">
              <a:defRPr sz="3000" b="1">
                <a:solidFill>
                  <a:srgbClr val="267C83"/>
                </a:solidFill>
                <a:latin typeface="Arial"/>
                <a:ea typeface="Arial"/>
                <a:cs typeface="Arial"/>
              </a:defRPr>
            </a:lvl1pPr>
            <a:lvl2pPr algn="l">
              <a:defRPr sz="3000" b="1">
                <a:solidFill>
                  <a:srgbClr val="267C83"/>
                </a:solidFill>
                <a:latin typeface="Arial"/>
                <a:ea typeface="Arial"/>
                <a:cs typeface="Arial"/>
              </a:defRPr>
            </a:lvl2pPr>
            <a:lvl3pPr algn="l">
              <a:defRPr sz="3000" b="1">
                <a:solidFill>
                  <a:srgbClr val="267C83"/>
                </a:solidFill>
                <a:latin typeface="Arial"/>
                <a:ea typeface="Arial"/>
                <a:cs typeface="Arial"/>
              </a:defRPr>
            </a:lvl3pPr>
            <a:lvl4pPr algn="l">
              <a:defRPr sz="3000" b="1">
                <a:solidFill>
                  <a:srgbClr val="267C83"/>
                </a:solidFill>
                <a:latin typeface="Arial"/>
                <a:ea typeface="Arial"/>
                <a:cs typeface="Arial"/>
              </a:defRPr>
            </a:lvl4pPr>
            <a:lvl5pPr algn="l">
              <a:defRPr sz="3000" b="1">
                <a:solidFill>
                  <a:srgbClr val="267C83"/>
                </a:solidFill>
                <a:latin typeface="Arial"/>
                <a:ea typeface="Arial"/>
                <a:cs typeface="Arial"/>
              </a:defRPr>
            </a:lvl5pPr>
            <a:lvl6pPr algn="l">
              <a:defRPr sz="3000" b="1">
                <a:solidFill>
                  <a:srgbClr val="267C83"/>
                </a:solidFill>
                <a:latin typeface="Arial"/>
                <a:ea typeface="Arial"/>
                <a:cs typeface="Arial"/>
              </a:defRPr>
            </a:lvl6pPr>
            <a:lvl7pPr algn="l">
              <a:defRPr sz="3000" b="1">
                <a:solidFill>
                  <a:srgbClr val="267C83"/>
                </a:solidFill>
                <a:latin typeface="Arial"/>
                <a:ea typeface="Arial"/>
                <a:cs typeface="Arial"/>
              </a:defRPr>
            </a:lvl7pPr>
            <a:lvl8pPr algn="l">
              <a:defRPr sz="3000" b="1">
                <a:solidFill>
                  <a:srgbClr val="267C83"/>
                </a:solidFill>
                <a:latin typeface="Arial"/>
                <a:ea typeface="Arial"/>
                <a:cs typeface="Arial"/>
              </a:defRPr>
            </a:lvl8pPr>
            <a:lvl9pPr algn="l">
              <a:defRPr sz="3000" b="1">
                <a:solidFill>
                  <a:srgbClr val="267C83"/>
                </a:solidFill>
                <a:latin typeface="Arial"/>
                <a:ea typeface="Arial"/>
                <a:cs typeface="Arial"/>
              </a:defRPr>
            </a:lvl9pPr>
          </a:lstStyle>
          <a:p xmlns:a="http://schemas.openxmlformats.org/drawingml/2006/main">
            <a:pPr algn="l">
              <a:lnSpc>
                <a:spcPct val="108000"/>
              </a:lnSpc>
              <a:buNone/>
              <a:defRPr sz="3000" b="1">
                <a:solidFill>
                  <a:srgbClr val="267C83"/>
                </a:solidFill>
                <a:latin typeface="Arial"/>
                <a:ea typeface="Arial"/>
                <a:cs typeface="Arial"/>
              </a:defRPr>
            </a:pPr>
            <a:r>
              <a:rPr sz="3000" b="1">
                <a:solidFill>
                  <a:srgbClr val="267C83"/>
                </a:solidFill>
                <a:latin typeface="Arial"/>
                <a:ea typeface="Arial"/>
                <a:cs typeface="Arial"/>
              </a:rPr>
              <a:t>Cải thiện chất lượng ảnh khép vòng</a:t>
            </a:r>
          </a:p>
        </p:txBody>
      </p:sp>
      <p:sp>
        <p:nvSpPr>
          <p:cNvPr id="6" name="">
            <a:extLst xmlns:a="http://schemas.openxmlformats.org/drawingml/2006/main">
              <a:ext uri="{FF2B5EF4-FFF2-40B4-BE49-F238E27FC236}">
                <a16:creationId xmlns:a16="http://schemas.microsoft.com/office/drawing/2014/main" id="{2D6BFEC6-E047-48AD-A254-E63D00FA2966}"/>
              </a:ext>
            </a:extLst>
          </p:cNvPr>
          <p:cNvSpPr>
            <a:spLocks xmlns:a="http://schemas.openxmlformats.org/drawingml/2006/main" noGrp="1"/>
          </p:cNvSpPr>
          <p:nvPr/>
        </p:nvSpPr>
        <p:spPr>
          <a:xfrm xmlns:a="http://schemas.openxmlformats.org/drawingml/2006/main">
            <a:off x="609600" y="400050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92F43"/>
                </a:solidFill>
                <a:latin typeface="Arial"/>
                <a:ea typeface="Arial"/>
                <a:cs typeface="Arial"/>
              </a:defRPr>
            </a:defPPr>
            <a:lvl1pPr algn="l">
              <a:defRPr sz="2325" b="0">
                <a:solidFill>
                  <a:srgbClr val="192F43"/>
                </a:solidFill>
                <a:latin typeface="Arial"/>
                <a:ea typeface="Arial"/>
                <a:cs typeface="Arial"/>
              </a:defRPr>
            </a:lvl1pPr>
            <a:lvl2pPr algn="l">
              <a:defRPr sz="2325" b="0">
                <a:solidFill>
                  <a:srgbClr val="192F43"/>
                </a:solidFill>
                <a:latin typeface="Arial"/>
                <a:ea typeface="Arial"/>
                <a:cs typeface="Arial"/>
              </a:defRPr>
            </a:lvl2pPr>
            <a:lvl3pPr algn="l">
              <a:defRPr sz="2325" b="0">
                <a:solidFill>
                  <a:srgbClr val="192F43"/>
                </a:solidFill>
                <a:latin typeface="Arial"/>
                <a:ea typeface="Arial"/>
                <a:cs typeface="Arial"/>
              </a:defRPr>
            </a:lvl3pPr>
            <a:lvl4pPr algn="l">
              <a:defRPr sz="2325" b="0">
                <a:solidFill>
                  <a:srgbClr val="192F43"/>
                </a:solidFill>
                <a:latin typeface="Arial"/>
                <a:ea typeface="Arial"/>
                <a:cs typeface="Arial"/>
              </a:defRPr>
            </a:lvl4pPr>
            <a:lvl5pPr algn="l">
              <a:defRPr sz="2325" b="0">
                <a:solidFill>
                  <a:srgbClr val="192F43"/>
                </a:solidFill>
                <a:latin typeface="Arial"/>
                <a:ea typeface="Arial"/>
                <a:cs typeface="Arial"/>
              </a:defRPr>
            </a:lvl5pPr>
            <a:lvl6pPr algn="l">
              <a:defRPr sz="2325" b="0">
                <a:solidFill>
                  <a:srgbClr val="192F43"/>
                </a:solidFill>
                <a:latin typeface="Arial"/>
                <a:ea typeface="Arial"/>
                <a:cs typeface="Arial"/>
              </a:defRPr>
            </a:lvl6pPr>
            <a:lvl7pPr algn="l">
              <a:defRPr sz="2325" b="0">
                <a:solidFill>
                  <a:srgbClr val="192F43"/>
                </a:solidFill>
                <a:latin typeface="Arial"/>
                <a:ea typeface="Arial"/>
                <a:cs typeface="Arial"/>
              </a:defRPr>
            </a:lvl7pPr>
            <a:lvl8pPr algn="l">
              <a:defRPr sz="2325" b="0">
                <a:solidFill>
                  <a:srgbClr val="192F43"/>
                </a:solidFill>
                <a:latin typeface="Arial"/>
                <a:ea typeface="Arial"/>
                <a:cs typeface="Arial"/>
              </a:defRPr>
            </a:lvl8pPr>
            <a:lvl9pPr algn="l">
              <a:defRPr sz="2325" b="0">
                <a:solidFill>
                  <a:srgbClr val="192F43"/>
                </a:solidFill>
                <a:latin typeface="Arial"/>
                <a:ea typeface="Arial"/>
                <a:cs typeface="Arial"/>
              </a:defRPr>
            </a:lvl9pPr>
          </a:lstStyle>
          <a:p xmlns:a="http://schemas.openxmlformats.org/drawingml/2006/main">
            <a:pPr algn="l">
              <a:lnSpc>
                <a:spcPct val="108000"/>
              </a:lnSpc>
              <a:buNone/>
              <a:defRPr sz="2325" b="0">
                <a:solidFill>
                  <a:srgbClr val="192F43"/>
                </a:solidFill>
                <a:latin typeface="Arial"/>
                <a:ea typeface="Arial"/>
                <a:cs typeface="Arial"/>
              </a:defRPr>
            </a:pPr>
            <a:r>
              <a:rPr sz="2325" b="0">
                <a:solidFill>
                  <a:srgbClr val="192F43"/>
                </a:solidFill>
                <a:latin typeface="Arial"/>
                <a:ea typeface="Arial"/>
                <a:cs typeface="Arial"/>
              </a:rPr>
              <a:t>Kết hợp VLM suy luận và thuật toán cổ điển</a:t>
            </a:r>
          </a:p>
        </p:txBody>
      </p:sp>
      <p:sp>
        <p:nvSpPr>
          <p:cNvPr id="7" name="">
            <a:extLst xmlns:a="http://schemas.openxmlformats.org/drawingml/2006/main">
              <a:ext uri="{FF2B5EF4-FFF2-40B4-BE49-F238E27FC236}">
                <a16:creationId xmlns:a16="http://schemas.microsoft.com/office/drawing/2014/main" id="{1ABA9993-F7CD-4F3A-BD10-2CAA01263527}"/>
              </a:ext>
            </a:extLst>
          </p:cNvPr>
          <p:cNvSpPr>
            <a:spLocks xmlns:a="http://schemas.openxmlformats.org/drawingml/2006/main" noGrp="1"/>
          </p:cNvSpPr>
          <p:nvPr/>
        </p:nvSpPr>
        <p:spPr>
          <a:xfrm xmlns:a="http://schemas.openxmlformats.org/drawingml/2006/main">
            <a:off x="609600" y="5286375"/>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779"/>
                </a:solidFill>
                <a:latin typeface="Arial"/>
                <a:ea typeface="Arial"/>
                <a:cs typeface="Arial"/>
              </a:defRPr>
            </a:defPPr>
            <a:lvl1pPr algn="l">
              <a:defRPr sz="1950" b="0">
                <a:solidFill>
                  <a:srgbClr val="526779"/>
                </a:solidFill>
                <a:latin typeface="Arial"/>
                <a:ea typeface="Arial"/>
                <a:cs typeface="Arial"/>
              </a:defRPr>
            </a:lvl1pPr>
            <a:lvl2pPr algn="l">
              <a:defRPr sz="1950" b="0">
                <a:solidFill>
                  <a:srgbClr val="526779"/>
                </a:solidFill>
                <a:latin typeface="Arial"/>
                <a:ea typeface="Arial"/>
                <a:cs typeface="Arial"/>
              </a:defRPr>
            </a:lvl2pPr>
            <a:lvl3pPr algn="l">
              <a:defRPr sz="1950" b="0">
                <a:solidFill>
                  <a:srgbClr val="526779"/>
                </a:solidFill>
                <a:latin typeface="Arial"/>
                <a:ea typeface="Arial"/>
                <a:cs typeface="Arial"/>
              </a:defRPr>
            </a:lvl3pPr>
            <a:lvl4pPr algn="l">
              <a:defRPr sz="1950" b="0">
                <a:solidFill>
                  <a:srgbClr val="526779"/>
                </a:solidFill>
                <a:latin typeface="Arial"/>
                <a:ea typeface="Arial"/>
                <a:cs typeface="Arial"/>
              </a:defRPr>
            </a:lvl4pPr>
            <a:lvl5pPr algn="l">
              <a:defRPr sz="1950" b="0">
                <a:solidFill>
                  <a:srgbClr val="526779"/>
                </a:solidFill>
                <a:latin typeface="Arial"/>
                <a:ea typeface="Arial"/>
                <a:cs typeface="Arial"/>
              </a:defRPr>
            </a:lvl5pPr>
            <a:lvl6pPr algn="l">
              <a:defRPr sz="1950" b="0">
                <a:solidFill>
                  <a:srgbClr val="526779"/>
                </a:solidFill>
                <a:latin typeface="Arial"/>
                <a:ea typeface="Arial"/>
                <a:cs typeface="Arial"/>
              </a:defRPr>
            </a:lvl6pPr>
            <a:lvl7pPr algn="l">
              <a:defRPr sz="1950" b="0">
                <a:solidFill>
                  <a:srgbClr val="526779"/>
                </a:solidFill>
                <a:latin typeface="Arial"/>
                <a:ea typeface="Arial"/>
                <a:cs typeface="Arial"/>
              </a:defRPr>
            </a:lvl7pPr>
            <a:lvl8pPr algn="l">
              <a:defRPr sz="1950" b="0">
                <a:solidFill>
                  <a:srgbClr val="526779"/>
                </a:solidFill>
                <a:latin typeface="Arial"/>
                <a:ea typeface="Arial"/>
                <a:cs typeface="Arial"/>
              </a:defRPr>
            </a:lvl8pPr>
            <a:lvl9pPr algn="l">
              <a:defRPr sz="1950" b="0">
                <a:solidFill>
                  <a:srgbClr val="526779"/>
                </a:solidFill>
                <a:latin typeface="Arial"/>
                <a:ea typeface="Arial"/>
                <a:cs typeface="Arial"/>
              </a:defRPr>
            </a:lvl9pPr>
          </a:lstStyle>
          <a:p xmlns:a="http://schemas.openxmlformats.org/drawingml/2006/main">
            <a:pPr algn="l">
              <a:lnSpc>
                <a:spcPct val="108000"/>
              </a:lnSpc>
              <a:buNone/>
              <a:defRPr sz="1950" b="0">
                <a:solidFill>
                  <a:srgbClr val="526779"/>
                </a:solidFill>
                <a:latin typeface="Arial"/>
                <a:ea typeface="Arial"/>
                <a:cs typeface="Arial"/>
              </a:defRPr>
            </a:pPr>
            <a:r>
              <a:rPr sz="1950" b="0">
                <a:solidFill>
                  <a:srgbClr val="526779"/>
                </a:solidFill>
                <a:latin typeface="Arial"/>
                <a:ea typeface="Arial"/>
                <a:cs typeface="Arial"/>
              </a:rPr>
              <a:t>Môn học: Xử lý ảnh</a:t>
            </a:r>
          </a:p>
          <a:p xmlns:a="http://schemas.openxmlformats.org/drawingml/2006/main">
            <a:pPr algn="l">
              <a:lnSpc>
                <a:spcPct val="108000"/>
              </a:lnSpc>
              <a:buNone/>
              <a:defRPr sz="1950" b="0">
                <a:solidFill>
                  <a:srgbClr val="526779"/>
                </a:solidFill>
                <a:latin typeface="Arial"/>
                <a:ea typeface="Arial"/>
                <a:cs typeface="Arial"/>
              </a:defRPr>
            </a:pPr>
            <a:r>
              <a:rPr sz="1950" b="0">
                <a:solidFill>
                  <a:srgbClr val="526779"/>
                </a:solidFill>
                <a:latin typeface="Arial"/>
                <a:ea typeface="Arial"/>
                <a:cs typeface="Arial"/>
              </a:rPr>
              <a:t>Giảng viên: Đỗ Đức Hào</a:t>
            </a:r>
          </a:p>
        </p:txBody>
      </p:sp>
    </p:spTree>
    <p:extLst>
      <p:ext uri="{BB962C8B-B14F-4D97-AF65-F5344CB8AC3E}">
        <p14:creationId xmlns:p14="http://schemas.microsoft.com/office/powerpoint/2010/main" val="10369145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BDC1A3-65A4-404D-8B1A-95F920AC6DA1}"/>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Vấn đề cần giải quyết</a:t>
            </a:r>
          </a:p>
        </p:txBody>
      </p:sp>
      <p:sp>
        <p:nvSpPr>
          <p:cNvPr id="2" name="">
            <a:extLst xmlns:a="http://schemas.openxmlformats.org/drawingml/2006/main">
              <a:ext uri="{FF2B5EF4-FFF2-40B4-BE49-F238E27FC236}">
                <a16:creationId xmlns:a16="http://schemas.microsoft.com/office/drawing/2014/main" id="{C9105D71-E17D-426B-82A2-3B6278A01C4F}"/>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5A18998E-D0A5-46E7-A999-C6FA3678139C}"/>
              </a:ext>
            </a:extLst>
          </p:cNvPr>
          <p:cNvPicPr>
            <a:picLocks xmlns:a="http://schemas.openxmlformats.org/drawingml/2006/main" noChangeAspect="1"/>
          </p:cNvPicPr>
          <p:nvPr/>
        </p:nvPicPr>
        <p:blipFill>
          <a:blip xmlns:r="http://schemas.openxmlformats.org/officeDocument/2006/relationships" xmlns:a="http://schemas.openxmlformats.org/drawingml/2006/main" r:embed="Rb2a847ef11e54f85"/>
          <a:stretch xmlns:a="http://schemas.openxmlformats.org/drawingml/2006/main"/>
        </p:blipFill>
        <p:spPr>
          <a:xfrm xmlns:a="http://schemas.openxmlformats.org/drawingml/2006/main">
            <a:off x="609600" y="1640205"/>
            <a:ext cx="10972800" cy="329184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E03C786-FB6B-412E-8AAE-EF118A265E33}"/>
              </a:ext>
            </a:extLst>
          </p:cNvPr>
          <p:cNvSpPr>
            <a:spLocks xmlns:a="http://schemas.openxmlformats.org/drawingml/2006/main" noGrp="1"/>
          </p:cNvSpPr>
          <p:nvPr/>
        </p:nvSpPr>
        <p:spPr>
          <a:xfrm xmlns:a="http://schemas.openxmlformats.org/drawingml/2006/main">
            <a:off x="609600" y="52197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67C83"/>
                </a:solidFill>
                <a:latin typeface="Arial"/>
                <a:ea typeface="Arial"/>
                <a:cs typeface="Arial"/>
              </a:defRPr>
            </a:defPPr>
            <a:lvl1pPr algn="l">
              <a:defRPr sz="2550" b="1">
                <a:solidFill>
                  <a:srgbClr val="267C83"/>
                </a:solidFill>
                <a:latin typeface="Arial"/>
                <a:ea typeface="Arial"/>
                <a:cs typeface="Arial"/>
              </a:defRPr>
            </a:lvl1pPr>
            <a:lvl2pPr algn="l">
              <a:defRPr sz="2550" b="1">
                <a:solidFill>
                  <a:srgbClr val="267C83"/>
                </a:solidFill>
                <a:latin typeface="Arial"/>
                <a:ea typeface="Arial"/>
                <a:cs typeface="Arial"/>
              </a:defRPr>
            </a:lvl2pPr>
            <a:lvl3pPr algn="l">
              <a:defRPr sz="2550" b="1">
                <a:solidFill>
                  <a:srgbClr val="267C83"/>
                </a:solidFill>
                <a:latin typeface="Arial"/>
                <a:ea typeface="Arial"/>
                <a:cs typeface="Arial"/>
              </a:defRPr>
            </a:lvl3pPr>
            <a:lvl4pPr algn="l">
              <a:defRPr sz="2550" b="1">
                <a:solidFill>
                  <a:srgbClr val="267C83"/>
                </a:solidFill>
                <a:latin typeface="Arial"/>
                <a:ea typeface="Arial"/>
                <a:cs typeface="Arial"/>
              </a:defRPr>
            </a:lvl4pPr>
            <a:lvl5pPr algn="l">
              <a:defRPr sz="2550" b="1">
                <a:solidFill>
                  <a:srgbClr val="267C83"/>
                </a:solidFill>
                <a:latin typeface="Arial"/>
                <a:ea typeface="Arial"/>
                <a:cs typeface="Arial"/>
              </a:defRPr>
            </a:lvl5pPr>
            <a:lvl6pPr algn="l">
              <a:defRPr sz="2550" b="1">
                <a:solidFill>
                  <a:srgbClr val="267C83"/>
                </a:solidFill>
                <a:latin typeface="Arial"/>
                <a:ea typeface="Arial"/>
                <a:cs typeface="Arial"/>
              </a:defRPr>
            </a:lvl6pPr>
            <a:lvl7pPr algn="l">
              <a:defRPr sz="2550" b="1">
                <a:solidFill>
                  <a:srgbClr val="267C83"/>
                </a:solidFill>
                <a:latin typeface="Arial"/>
                <a:ea typeface="Arial"/>
                <a:cs typeface="Arial"/>
              </a:defRPr>
            </a:lvl7pPr>
            <a:lvl8pPr algn="l">
              <a:defRPr sz="2550" b="1">
                <a:solidFill>
                  <a:srgbClr val="267C83"/>
                </a:solidFill>
                <a:latin typeface="Arial"/>
                <a:ea typeface="Arial"/>
                <a:cs typeface="Arial"/>
              </a:defRPr>
            </a:lvl8pPr>
            <a:lvl9pPr algn="l">
              <a:defRPr sz="2550" b="1">
                <a:solidFill>
                  <a:srgbClr val="267C83"/>
                </a:solidFill>
                <a:latin typeface="Arial"/>
                <a:ea typeface="Arial"/>
                <a:cs typeface="Arial"/>
              </a:defRPr>
            </a:lvl9pPr>
          </a:lstStyle>
          <a:p xmlns:a="http://schemas.openxmlformats.org/drawingml/2006/main">
            <a:pPr algn="l">
              <a:lnSpc>
                <a:spcPct val="108000"/>
              </a:lnSpc>
              <a:buNone/>
              <a:defRPr sz="2550" b="1">
                <a:solidFill>
                  <a:srgbClr val="267C83"/>
                </a:solidFill>
                <a:latin typeface="Arial"/>
                <a:ea typeface="Arial"/>
                <a:cs typeface="Arial"/>
              </a:defRPr>
            </a:pPr>
            <a:r>
              <a:rPr sz="2550" b="1">
                <a:solidFill>
                  <a:srgbClr val="267C83"/>
                </a:solidFill>
                <a:latin typeface="Arial"/>
                <a:ea typeface="Arial"/>
                <a:cs typeface="Arial"/>
              </a:rPr>
              <a:t>Mỗi lỗi cần cách xử lý và cường độ phù hợp</a:t>
            </a:r>
          </a:p>
        </p:txBody>
      </p:sp>
      <p:sp>
        <p:nvSpPr>
          <p:cNvPr id="5" name="">
            <a:extLst xmlns:a="http://schemas.openxmlformats.org/drawingml/2006/main">
              <a:ext uri="{FF2B5EF4-FFF2-40B4-BE49-F238E27FC236}">
                <a16:creationId xmlns:a16="http://schemas.microsoft.com/office/drawing/2014/main" id="{1372A78D-7983-4C85-9728-C78392EC3160}"/>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Ảnh minh họa thành phần với tham số cố định. Chi tiết do GenAI suy diễn có thể khác nội dung gốc.</a:t>
            </a:r>
          </a:p>
        </p:txBody>
      </p:sp>
    </p:spTree>
    <p:extLst>
      <p:ext uri="{BB962C8B-B14F-4D97-AF65-F5344CB8AC3E}">
        <p14:creationId xmlns:p14="http://schemas.microsoft.com/office/powerpoint/2010/main" val="6233661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A5CB5953-2FE5-4A62-A9AF-2702E6CF460E}"/>
              </a:ext>
            </a:extLst>
          </p:cNvPr>
          <p:cNvCxnSpPr>
            <a:stCxn xmlns:a="http://schemas.openxmlformats.org/drawingml/2006/main" id="4" idx="3"/>
            <a:endCxn xmlns:a="http://schemas.openxmlformats.org/drawingml/2006/main" id="5" idx="1"/>
          </p:cNvCxnSpPr>
          <p:nvPr/>
        </p:nvCxnSpPr>
        <p:spPr>
          <a:xfrm xmlns:a="http://schemas.openxmlformats.org/drawingml/2006/main">
            <a:off x="7620000" y="2505075"/>
            <a:ext cx="914400" cy="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6" name="">
            <a:extLst xmlns:a="http://schemas.openxmlformats.org/drawingml/2006/main">
              <a:ext uri="{FF2B5EF4-FFF2-40B4-BE49-F238E27FC236}">
                <a16:creationId xmlns:a16="http://schemas.microsoft.com/office/drawing/2014/main" id="{D82B924D-3349-438B-B756-A021B81A262D}"/>
              </a:ext>
            </a:extLst>
          </p:cNvPr>
          <p:cNvCxnSpPr>
            <a:stCxn xmlns:a="http://schemas.openxmlformats.org/drawingml/2006/main" id="3" idx="3"/>
            <a:endCxn xmlns:a="http://schemas.openxmlformats.org/drawingml/2006/main" id="4" idx="1"/>
          </p:cNvCxnSpPr>
          <p:nvPr/>
        </p:nvCxnSpPr>
        <p:spPr>
          <a:xfrm xmlns:a="http://schemas.openxmlformats.org/drawingml/2006/main">
            <a:off x="3657600" y="2505075"/>
            <a:ext cx="914400" cy="0"/>
          </a:xfrm>
          <a:prstGeom xmlns:a="http://schemas.openxmlformats.org/drawingml/2006/main" prst="straightConnector1">
            <a:avLst/>
          </a:prstGeom>
          <a:ln xmlns:a="http://schemas.openxmlformats.org/drawingml/2006/main" w="19050">
            <a:solidFill>
              <a:srgbClr val="617E8F"/>
            </a:solidFill>
            <a:tailEnd type="triangle" w="med" len="med"/>
          </a:ln>
        </p:spPr>
      </p:cxnSp>
      <p:sp>
        <p:nvSpPr>
          <p:cNvPr id="11" name="">
            <a:extLst xmlns:a="http://schemas.openxmlformats.org/drawingml/2006/main">
              <a:ext uri="{FF2B5EF4-FFF2-40B4-BE49-F238E27FC236}">
                <a16:creationId xmlns:a16="http://schemas.microsoft.com/office/drawing/2014/main" id="{C98459FA-F4F3-4ADE-9C1C-081A6FFE406F}"/>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Đầu vào, đầu ra và phạm vi</a:t>
            </a:r>
          </a:p>
        </p:txBody>
      </p:sp>
      <p:sp>
        <p:nvSpPr>
          <p:cNvPr id="2" name="">
            <a:extLst xmlns:a="http://schemas.openxmlformats.org/drawingml/2006/main">
              <a:ext uri="{FF2B5EF4-FFF2-40B4-BE49-F238E27FC236}">
                <a16:creationId xmlns:a16="http://schemas.microsoft.com/office/drawing/2014/main" id="{D1A6F17E-41F9-4D47-8EA3-08EC3A2D5A80}"/>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E4ED405-B036-4AB3-AEE9-65D66550802F}"/>
              </a:ext>
            </a:extLst>
          </p:cNvPr>
          <p:cNvSpPr>
            <a:spLocks xmlns:a="http://schemas.openxmlformats.org/drawingml/2006/main" noGrp="1"/>
          </p:cNvSpPr>
          <p:nvPr/>
        </p:nvSpPr>
        <p:spPr>
          <a:xfrm xmlns:a="http://schemas.openxmlformats.org/drawingml/2006/main">
            <a:off x="609600" y="1762125"/>
            <a:ext cx="3048000" cy="1485900"/>
          </a:xfrm>
          <a:prstGeom xmlns:a="http://schemas.openxmlformats.org/drawingml/2006/main" prst="rect">
            <a:avLst/>
          </a:prstGeom>
          <a:solidFill xmlns:a="http://schemas.openxmlformats.org/drawingml/2006/main">
            <a:srgbClr val="EBEFF2"/>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Đầu vào</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Ảnh và yêu cầu</a:t>
            </a:r>
            <a:br>
              <a:rPr sz="1800">
                <a:solidFill>
                  <a:srgbClr val="192F43"/>
                </a:solidFill>
                <a:latin typeface="Arial"/>
                <a:ea typeface="Arial"/>
                <a:cs typeface="Arial"/>
              </a:rPr>
            </a:br>
            <a:r>
              <a:rPr sz="1800">
                <a:solidFill>
                  <a:srgbClr val="192F43"/>
                </a:solidFill>
                <a:latin typeface="Arial"/>
                <a:ea typeface="Arial"/>
                <a:cs typeface="Arial"/>
              </a:rPr>
              <a:t>Ảnh chuẩn nếu có</a:t>
            </a:r>
          </a:p>
        </p:txBody>
      </p:sp>
      <p:sp>
        <p:nvSpPr>
          <p:cNvPr id="4" name="">
            <a:extLst xmlns:a="http://schemas.openxmlformats.org/drawingml/2006/main">
              <a:ext uri="{FF2B5EF4-FFF2-40B4-BE49-F238E27FC236}">
                <a16:creationId xmlns:a16="http://schemas.microsoft.com/office/drawing/2014/main" id="{591A35C5-0BB9-45B8-B3E2-47081D168A38}"/>
              </a:ext>
            </a:extLst>
          </p:cNvPr>
          <p:cNvSpPr>
            <a:spLocks xmlns:a="http://schemas.openxmlformats.org/drawingml/2006/main" noGrp="1"/>
          </p:cNvSpPr>
          <p:nvPr/>
        </p:nvSpPr>
        <p:spPr>
          <a:xfrm xmlns:a="http://schemas.openxmlformats.org/drawingml/2006/main">
            <a:off x="4572000" y="1762125"/>
            <a:ext cx="3048000" cy="14859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Điều phối</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VLM và số đo</a:t>
            </a:r>
            <a:br>
              <a:rPr sz="1800">
                <a:solidFill>
                  <a:srgbClr val="192F43"/>
                </a:solidFill>
                <a:latin typeface="Arial"/>
                <a:ea typeface="Arial"/>
                <a:cs typeface="Arial"/>
              </a:rPr>
            </a:br>
            <a:r>
              <a:rPr sz="1800">
                <a:solidFill>
                  <a:srgbClr val="192F43"/>
                </a:solidFill>
                <a:latin typeface="Arial"/>
                <a:ea typeface="Arial"/>
                <a:cs typeface="Arial"/>
              </a:rPr>
              <a:t>Kế hoạch có kiểm tra</a:t>
            </a:r>
          </a:p>
        </p:txBody>
      </p:sp>
      <p:sp>
        <p:nvSpPr>
          <p:cNvPr id="5" name="">
            <a:extLst xmlns:a="http://schemas.openxmlformats.org/drawingml/2006/main">
              <a:ext uri="{FF2B5EF4-FFF2-40B4-BE49-F238E27FC236}">
                <a16:creationId xmlns:a16="http://schemas.microsoft.com/office/drawing/2014/main" id="{4E37EA45-5323-413A-ADB4-CC99E4102DE6}"/>
              </a:ext>
            </a:extLst>
          </p:cNvPr>
          <p:cNvSpPr>
            <a:spLocks xmlns:a="http://schemas.openxmlformats.org/drawingml/2006/main" noGrp="1"/>
          </p:cNvSpPr>
          <p:nvPr/>
        </p:nvSpPr>
        <p:spPr>
          <a:xfrm xmlns:a="http://schemas.openxmlformats.org/drawingml/2006/main">
            <a:off x="8534400" y="1762125"/>
            <a:ext cx="3048000" cy="1485900"/>
          </a:xfrm>
          <a:prstGeom xmlns:a="http://schemas.openxmlformats.org/drawingml/2006/main" prst="rect">
            <a:avLst/>
          </a:prstGeom>
          <a:solidFill xmlns:a="http://schemas.openxmlformats.org/drawingml/2006/main">
            <a:srgbClr val="E3F1F0"/>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Đầu ra</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Ảnh và lịch sử</a:t>
            </a:r>
            <a:br>
              <a:rPr sz="1800">
                <a:solidFill>
                  <a:srgbClr val="192F43"/>
                </a:solidFill>
                <a:latin typeface="Arial"/>
                <a:ea typeface="Arial"/>
                <a:cs typeface="Arial"/>
              </a:rPr>
            </a:br>
            <a:r>
              <a:rPr sz="1800">
                <a:solidFill>
                  <a:srgbClr val="192F43"/>
                </a:solidFill>
                <a:latin typeface="Arial"/>
                <a:ea typeface="Arial"/>
                <a:cs typeface="Arial"/>
              </a:rPr>
              <a:t>Kết cục có kiểm chứng</a:t>
            </a:r>
          </a:p>
        </p:txBody>
      </p:sp>
      <p:sp>
        <p:nvSpPr>
          <p:cNvPr id="8" name="">
            <a:extLst xmlns:a="http://schemas.openxmlformats.org/drawingml/2006/main">
              <a:ext uri="{FF2B5EF4-FFF2-40B4-BE49-F238E27FC236}">
                <a16:creationId xmlns:a16="http://schemas.microsoft.com/office/drawing/2014/main" id="{696855F4-7713-4061-AC43-F7D060A277A6}"/>
              </a:ext>
            </a:extLst>
          </p:cNvPr>
          <p:cNvSpPr>
            <a:spLocks xmlns:a="http://schemas.openxmlformats.org/drawingml/2006/main" noGrp="1"/>
          </p:cNvSpPr>
          <p:nvPr/>
        </p:nvSpPr>
        <p:spPr>
          <a:xfrm xmlns:a="http://schemas.openxmlformats.org/drawingml/2006/main">
            <a:off x="609600" y="40005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67C83"/>
                </a:solidFill>
                <a:latin typeface="Arial"/>
                <a:ea typeface="Arial"/>
                <a:cs typeface="Arial"/>
              </a:defRPr>
            </a:defPPr>
            <a:lvl1pPr algn="l">
              <a:defRPr sz="2550" b="1">
                <a:solidFill>
                  <a:srgbClr val="267C83"/>
                </a:solidFill>
                <a:latin typeface="Arial"/>
                <a:ea typeface="Arial"/>
                <a:cs typeface="Arial"/>
              </a:defRPr>
            </a:lvl1pPr>
            <a:lvl2pPr algn="l">
              <a:defRPr sz="2550" b="1">
                <a:solidFill>
                  <a:srgbClr val="267C83"/>
                </a:solidFill>
                <a:latin typeface="Arial"/>
                <a:ea typeface="Arial"/>
                <a:cs typeface="Arial"/>
              </a:defRPr>
            </a:lvl2pPr>
            <a:lvl3pPr algn="l">
              <a:defRPr sz="2550" b="1">
                <a:solidFill>
                  <a:srgbClr val="267C83"/>
                </a:solidFill>
                <a:latin typeface="Arial"/>
                <a:ea typeface="Arial"/>
                <a:cs typeface="Arial"/>
              </a:defRPr>
            </a:lvl3pPr>
            <a:lvl4pPr algn="l">
              <a:defRPr sz="2550" b="1">
                <a:solidFill>
                  <a:srgbClr val="267C83"/>
                </a:solidFill>
                <a:latin typeface="Arial"/>
                <a:ea typeface="Arial"/>
                <a:cs typeface="Arial"/>
              </a:defRPr>
            </a:lvl4pPr>
            <a:lvl5pPr algn="l">
              <a:defRPr sz="2550" b="1">
                <a:solidFill>
                  <a:srgbClr val="267C83"/>
                </a:solidFill>
                <a:latin typeface="Arial"/>
                <a:ea typeface="Arial"/>
                <a:cs typeface="Arial"/>
              </a:defRPr>
            </a:lvl5pPr>
            <a:lvl6pPr algn="l">
              <a:defRPr sz="2550" b="1">
                <a:solidFill>
                  <a:srgbClr val="267C83"/>
                </a:solidFill>
                <a:latin typeface="Arial"/>
                <a:ea typeface="Arial"/>
                <a:cs typeface="Arial"/>
              </a:defRPr>
            </a:lvl6pPr>
            <a:lvl7pPr algn="l">
              <a:defRPr sz="2550" b="1">
                <a:solidFill>
                  <a:srgbClr val="267C83"/>
                </a:solidFill>
                <a:latin typeface="Arial"/>
                <a:ea typeface="Arial"/>
                <a:cs typeface="Arial"/>
              </a:defRPr>
            </a:lvl7pPr>
            <a:lvl8pPr algn="l">
              <a:defRPr sz="2550" b="1">
                <a:solidFill>
                  <a:srgbClr val="267C83"/>
                </a:solidFill>
                <a:latin typeface="Arial"/>
                <a:ea typeface="Arial"/>
                <a:cs typeface="Arial"/>
              </a:defRPr>
            </a:lvl8pPr>
            <a:lvl9pPr algn="l">
              <a:defRPr sz="2550" b="1">
                <a:solidFill>
                  <a:srgbClr val="267C83"/>
                </a:solidFill>
                <a:latin typeface="Arial"/>
                <a:ea typeface="Arial"/>
                <a:cs typeface="Arial"/>
              </a:defRPr>
            </a:lvl9pPr>
          </a:lstStyle>
          <a:p xmlns:a="http://schemas.openxmlformats.org/drawingml/2006/main">
            <a:pPr algn="l">
              <a:lnSpc>
                <a:spcPct val="108000"/>
              </a:lnSpc>
              <a:buNone/>
              <a:defRPr sz="2550" b="1">
                <a:solidFill>
                  <a:srgbClr val="267C83"/>
                </a:solidFill>
                <a:latin typeface="Arial"/>
                <a:ea typeface="Arial"/>
                <a:cs typeface="Arial"/>
              </a:defRPr>
            </a:pPr>
            <a:r>
              <a:rPr sz="2550" b="1">
                <a:solidFill>
                  <a:srgbClr val="267C83"/>
                </a:solidFill>
                <a:latin typeface="Arial"/>
                <a:ea typeface="Arial"/>
                <a:cs typeface="Arial"/>
              </a:rPr>
              <a:t>5 công cụ thay đổi điểm ảnh</a:t>
            </a:r>
          </a:p>
        </p:txBody>
      </p:sp>
      <p:sp>
        <p:nvSpPr>
          <p:cNvPr id="9" name="">
            <a:extLst xmlns:a="http://schemas.openxmlformats.org/drawingml/2006/main">
              <a:ext uri="{FF2B5EF4-FFF2-40B4-BE49-F238E27FC236}">
                <a16:creationId xmlns:a16="http://schemas.microsoft.com/office/drawing/2014/main" id="{1E108575-8BCE-41C3-84CE-9C8C1C3136A8}"/>
              </a:ext>
            </a:extLst>
          </p:cNvPr>
          <p:cNvSpPr>
            <a:spLocks xmlns:a="http://schemas.openxmlformats.org/drawingml/2006/main" noGrp="1"/>
          </p:cNvSpPr>
          <p:nvPr/>
        </p:nvSpPr>
        <p:spPr>
          <a:xfrm xmlns:a="http://schemas.openxmlformats.org/drawingml/2006/main">
            <a:off x="609600" y="46863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92F43"/>
                </a:solidFill>
                <a:latin typeface="Arial"/>
                <a:ea typeface="Arial"/>
                <a:cs typeface="Arial"/>
              </a:defRPr>
            </a:defPPr>
            <a:lvl1pPr algn="l">
              <a:defRPr sz="2325" b="0">
                <a:solidFill>
                  <a:srgbClr val="192F43"/>
                </a:solidFill>
                <a:latin typeface="Arial"/>
                <a:ea typeface="Arial"/>
                <a:cs typeface="Arial"/>
              </a:defRPr>
            </a:lvl1pPr>
            <a:lvl2pPr algn="l">
              <a:defRPr sz="2325" b="0">
                <a:solidFill>
                  <a:srgbClr val="192F43"/>
                </a:solidFill>
                <a:latin typeface="Arial"/>
                <a:ea typeface="Arial"/>
                <a:cs typeface="Arial"/>
              </a:defRPr>
            </a:lvl2pPr>
            <a:lvl3pPr algn="l">
              <a:defRPr sz="2325" b="0">
                <a:solidFill>
                  <a:srgbClr val="192F43"/>
                </a:solidFill>
                <a:latin typeface="Arial"/>
                <a:ea typeface="Arial"/>
                <a:cs typeface="Arial"/>
              </a:defRPr>
            </a:lvl3pPr>
            <a:lvl4pPr algn="l">
              <a:defRPr sz="2325" b="0">
                <a:solidFill>
                  <a:srgbClr val="192F43"/>
                </a:solidFill>
                <a:latin typeface="Arial"/>
                <a:ea typeface="Arial"/>
                <a:cs typeface="Arial"/>
              </a:defRPr>
            </a:lvl4pPr>
            <a:lvl5pPr algn="l">
              <a:defRPr sz="2325" b="0">
                <a:solidFill>
                  <a:srgbClr val="192F43"/>
                </a:solidFill>
                <a:latin typeface="Arial"/>
                <a:ea typeface="Arial"/>
                <a:cs typeface="Arial"/>
              </a:defRPr>
            </a:lvl5pPr>
            <a:lvl6pPr algn="l">
              <a:defRPr sz="2325" b="0">
                <a:solidFill>
                  <a:srgbClr val="192F43"/>
                </a:solidFill>
                <a:latin typeface="Arial"/>
                <a:ea typeface="Arial"/>
                <a:cs typeface="Arial"/>
              </a:defRPr>
            </a:lvl6pPr>
            <a:lvl7pPr algn="l">
              <a:defRPr sz="2325" b="0">
                <a:solidFill>
                  <a:srgbClr val="192F43"/>
                </a:solidFill>
                <a:latin typeface="Arial"/>
                <a:ea typeface="Arial"/>
                <a:cs typeface="Arial"/>
              </a:defRPr>
            </a:lvl7pPr>
            <a:lvl8pPr algn="l">
              <a:defRPr sz="2325" b="0">
                <a:solidFill>
                  <a:srgbClr val="192F43"/>
                </a:solidFill>
                <a:latin typeface="Arial"/>
                <a:ea typeface="Arial"/>
                <a:cs typeface="Arial"/>
              </a:defRPr>
            </a:lvl8pPr>
            <a:lvl9pPr algn="l">
              <a:defRPr sz="2325" b="0">
                <a:solidFill>
                  <a:srgbClr val="192F43"/>
                </a:solidFill>
                <a:latin typeface="Arial"/>
                <a:ea typeface="Arial"/>
                <a:cs typeface="Arial"/>
              </a:defRPr>
            </a:lvl9pPr>
          </a:lstStyle>
          <a:p xmlns:a="http://schemas.openxmlformats.org/drawingml/2006/main">
            <a:pPr algn="l">
              <a:lnSpc>
                <a:spcPct val="108000"/>
              </a:lnSpc>
              <a:buNone/>
              <a:defRPr sz="2325" b="0">
                <a:solidFill>
                  <a:srgbClr val="192F43"/>
                </a:solidFill>
                <a:latin typeface="Arial"/>
                <a:ea typeface="Arial"/>
                <a:cs typeface="Arial"/>
              </a:defRPr>
            </a:pPr>
            <a:r>
              <a:rPr sz="2325" b="0">
                <a:solidFill>
                  <a:srgbClr val="192F43"/>
                </a:solidFill>
                <a:latin typeface="Arial"/>
                <a:ea typeface="Arial"/>
                <a:cs typeface="Arial"/>
              </a:rPr>
              <a:t>Khử nhiễu, gamma, CLAHE, làm nét và cân chỉnh màu</a:t>
            </a:r>
          </a:p>
        </p:txBody>
      </p:sp>
      <p:sp>
        <p:nvSpPr>
          <p:cNvPr id="10" name="">
            <a:extLst xmlns:a="http://schemas.openxmlformats.org/drawingml/2006/main">
              <a:ext uri="{FF2B5EF4-FFF2-40B4-BE49-F238E27FC236}">
                <a16:creationId xmlns:a16="http://schemas.microsoft.com/office/drawing/2014/main" id="{D2697C4A-4889-4D28-A9F8-132B53700FA6}"/>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Skew, giải chập, inpainting và siêu phân giải chưa có trong toolbox hiện tại.</a:t>
            </a:r>
          </a:p>
        </p:txBody>
      </p:sp>
    </p:spTree>
    <p:extLst>
      <p:ext uri="{BB962C8B-B14F-4D97-AF65-F5344CB8AC3E}">
        <p14:creationId xmlns:p14="http://schemas.microsoft.com/office/powerpoint/2010/main" val="7530909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F14143-075D-40D1-A9A8-3091CB120D30}"/>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Dữ liệu suy giảm có kiểm soát</a:t>
            </a:r>
          </a:p>
        </p:txBody>
      </p:sp>
      <p:sp>
        <p:nvSpPr>
          <p:cNvPr id="2" name="">
            <a:extLst xmlns:a="http://schemas.openxmlformats.org/drawingml/2006/main">
              <a:ext uri="{FF2B5EF4-FFF2-40B4-BE49-F238E27FC236}">
                <a16:creationId xmlns:a16="http://schemas.microsoft.com/office/drawing/2014/main" id="{922CAA41-FA82-4A46-BB77-2AFCC9C1072A}"/>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CE335A55-0653-4DDE-A1FE-3174361DD448}"/>
              </a:ext>
            </a:extLst>
          </p:cNvPr>
          <p:cNvPicPr>
            <a:picLocks xmlns:a="http://schemas.openxmlformats.org/drawingml/2006/main" noChangeAspect="1"/>
          </p:cNvPicPr>
          <p:nvPr/>
        </p:nvPicPr>
        <p:blipFill>
          <a:blip xmlns:r="http://schemas.openxmlformats.org/officeDocument/2006/relationships" xmlns:a="http://schemas.openxmlformats.org/drawingml/2006/main" r:embed="Rab90b0fe2c8848fa"/>
          <a:srcRect xmlns:a="http://schemas.openxmlformats.org/drawingml/2006/main" l="25729" t="1228" r="50729" b="59123"/>
          <a:stretch xmlns:a="http://schemas.openxmlformats.org/drawingml/2006/main"/>
        </p:blipFill>
        <p:spPr>
          <a:xfrm xmlns:a="http://schemas.openxmlformats.org/drawingml/2006/main">
            <a:off x="609600" y="1809750"/>
            <a:ext cx="2457450" cy="24574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D7E552-27E6-483E-A8F5-9B8D81EC33B8}"/>
              </a:ext>
            </a:extLst>
          </p:cNvPr>
          <p:cNvSpPr>
            <a:spLocks xmlns:a="http://schemas.openxmlformats.org/drawingml/2006/main" noGrp="1"/>
          </p:cNvSpPr>
          <p:nvPr/>
        </p:nvSpPr>
        <p:spPr>
          <a:xfrm xmlns:a="http://schemas.openxmlformats.org/drawingml/2006/main">
            <a:off x="609600" y="4400550"/>
            <a:ext cx="2457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Nhiễu Gaussian</a:t>
            </a:r>
          </a:p>
        </p:txBody>
      </p:sp>
      <p:pic>
        <p:nvPicPr>
          <p:cNvPr id="5" name="">
            <a:extLst xmlns:a="http://schemas.openxmlformats.org/drawingml/2006/main">
              <a:ext uri="{FF2B5EF4-FFF2-40B4-BE49-F238E27FC236}">
                <a16:creationId xmlns:a16="http://schemas.microsoft.com/office/drawing/2014/main" id="{41B1C395-570E-4509-B46F-BF6D5D26B6FD}"/>
              </a:ext>
            </a:extLst>
          </p:cNvPr>
          <p:cNvPicPr>
            <a:picLocks xmlns:a="http://schemas.openxmlformats.org/drawingml/2006/main" noChangeAspect="1"/>
          </p:cNvPicPr>
          <p:nvPr/>
        </p:nvPicPr>
        <p:blipFill>
          <a:blip xmlns:r="http://schemas.openxmlformats.org/officeDocument/2006/relationships" xmlns:a="http://schemas.openxmlformats.org/drawingml/2006/main" r:embed="R21058a6a5b984e06"/>
          <a:srcRect xmlns:a="http://schemas.openxmlformats.org/drawingml/2006/main" l="75729" t="1228" r="729" b="59123"/>
          <a:stretch xmlns:a="http://schemas.openxmlformats.org/drawingml/2006/main"/>
        </p:blipFill>
        <p:spPr>
          <a:xfrm xmlns:a="http://schemas.openxmlformats.org/drawingml/2006/main">
            <a:off x="3467100" y="1809750"/>
            <a:ext cx="2457450" cy="2457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0795F34-9329-466D-A285-47D0ED319994}"/>
              </a:ext>
            </a:extLst>
          </p:cNvPr>
          <p:cNvSpPr>
            <a:spLocks xmlns:a="http://schemas.openxmlformats.org/drawingml/2006/main" noGrp="1"/>
          </p:cNvSpPr>
          <p:nvPr/>
        </p:nvSpPr>
        <p:spPr>
          <a:xfrm xmlns:a="http://schemas.openxmlformats.org/drawingml/2006/main">
            <a:off x="3467100" y="4400550"/>
            <a:ext cx="2457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Mờ chuyển động</a:t>
            </a:r>
          </a:p>
        </p:txBody>
      </p:sp>
      <p:pic>
        <p:nvPicPr>
          <p:cNvPr id="7" name="">
            <a:extLst xmlns:a="http://schemas.openxmlformats.org/drawingml/2006/main">
              <a:ext uri="{FF2B5EF4-FFF2-40B4-BE49-F238E27FC236}">
                <a16:creationId xmlns:a16="http://schemas.microsoft.com/office/drawing/2014/main" id="{DFB5A3C9-3136-4543-BBAC-62B6FF01FCBF}"/>
              </a:ext>
            </a:extLst>
          </p:cNvPr>
          <p:cNvPicPr>
            <a:picLocks xmlns:a="http://schemas.openxmlformats.org/drawingml/2006/main" noChangeAspect="1"/>
          </p:cNvPicPr>
          <p:nvPr/>
        </p:nvPicPr>
        <p:blipFill>
          <a:blip xmlns:r="http://schemas.openxmlformats.org/officeDocument/2006/relationships" xmlns:a="http://schemas.openxmlformats.org/drawingml/2006/main" r:embed="Racb7c74ae0a84334"/>
          <a:srcRect xmlns:a="http://schemas.openxmlformats.org/drawingml/2006/main" l="25729" t="51228" r="50729" b="9123"/>
          <a:stretch xmlns:a="http://schemas.openxmlformats.org/drawingml/2006/main"/>
        </p:blipFill>
        <p:spPr>
          <a:xfrm xmlns:a="http://schemas.openxmlformats.org/drawingml/2006/main">
            <a:off x="6324600" y="1809750"/>
            <a:ext cx="2457450" cy="2457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92CEA1C-AA08-4CC7-9DE3-273DA1D056F9}"/>
              </a:ext>
            </a:extLst>
          </p:cNvPr>
          <p:cNvSpPr>
            <a:spLocks xmlns:a="http://schemas.openxmlformats.org/drawingml/2006/main" noGrp="1"/>
          </p:cNvSpPr>
          <p:nvPr/>
        </p:nvSpPr>
        <p:spPr>
          <a:xfrm xmlns:a="http://schemas.openxmlformats.org/drawingml/2006/main">
            <a:off x="6324600" y="4400550"/>
            <a:ext cx="2457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Thiếu sáng</a:t>
            </a:r>
          </a:p>
        </p:txBody>
      </p:sp>
      <p:pic>
        <p:nvPicPr>
          <p:cNvPr id="9" name="">
            <a:extLst xmlns:a="http://schemas.openxmlformats.org/drawingml/2006/main">
              <a:ext uri="{FF2B5EF4-FFF2-40B4-BE49-F238E27FC236}">
                <a16:creationId xmlns:a16="http://schemas.microsoft.com/office/drawing/2014/main" id="{84DD9963-3B5A-4456-A8F1-9070F2489D6A}"/>
              </a:ext>
            </a:extLst>
          </p:cNvPr>
          <p:cNvPicPr>
            <a:picLocks xmlns:a="http://schemas.openxmlformats.org/drawingml/2006/main" noChangeAspect="1"/>
          </p:cNvPicPr>
          <p:nvPr/>
        </p:nvPicPr>
        <p:blipFill>
          <a:blip xmlns:r="http://schemas.openxmlformats.org/officeDocument/2006/relationships" xmlns:a="http://schemas.openxmlformats.org/drawingml/2006/main" r:embed="R7c696cc1e63e4535"/>
          <a:srcRect xmlns:a="http://schemas.openxmlformats.org/drawingml/2006/main" l="75729" t="51228" r="729" b="9123"/>
          <a:stretch xmlns:a="http://schemas.openxmlformats.org/drawingml/2006/main"/>
        </p:blipFill>
        <p:spPr>
          <a:xfrm xmlns:a="http://schemas.openxmlformats.org/drawingml/2006/main">
            <a:off x="9182100" y="1809750"/>
            <a:ext cx="2381250" cy="2381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B88BABE-4F71-4AEB-9BF7-A7B97C99F25E}"/>
              </a:ext>
            </a:extLst>
          </p:cNvPr>
          <p:cNvSpPr>
            <a:spLocks xmlns:a="http://schemas.openxmlformats.org/drawingml/2006/main" noGrp="1"/>
          </p:cNvSpPr>
          <p:nvPr/>
        </p:nvSpPr>
        <p:spPr>
          <a:xfrm xmlns:a="http://schemas.openxmlformats.org/drawingml/2006/main">
            <a:off x="9182100" y="43243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Tương phản thấp</a:t>
            </a:r>
          </a:p>
        </p:txBody>
      </p:sp>
      <p:sp>
        <p:nvSpPr>
          <p:cNvPr id="11" name="">
            <a:extLst xmlns:a="http://schemas.openxmlformats.org/drawingml/2006/main">
              <a:ext uri="{FF2B5EF4-FFF2-40B4-BE49-F238E27FC236}">
                <a16:creationId xmlns:a16="http://schemas.microsoft.com/office/drawing/2014/main" id="{119E5AD4-98A2-4347-95FB-E59635C37F90}"/>
              </a:ext>
            </a:extLst>
          </p:cNvPr>
          <p:cNvSpPr>
            <a:spLocks xmlns:a="http://schemas.openxmlformats.org/drawingml/2006/main" noGrp="1"/>
          </p:cNvSpPr>
          <p:nvPr/>
        </p:nvSpPr>
        <p:spPr>
          <a:xfrm xmlns:a="http://schemas.openxmlformats.org/drawingml/2006/main">
            <a:off x="609600" y="5095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67C83"/>
                </a:solidFill>
                <a:latin typeface="Arial"/>
                <a:ea typeface="Arial"/>
                <a:cs typeface="Arial"/>
              </a:defRPr>
            </a:defPPr>
            <a:lvl1pPr algn="l">
              <a:defRPr sz="2400" b="1">
                <a:solidFill>
                  <a:srgbClr val="267C83"/>
                </a:solidFill>
                <a:latin typeface="Arial"/>
                <a:ea typeface="Arial"/>
                <a:cs typeface="Arial"/>
              </a:defRPr>
            </a:lvl1pPr>
            <a:lvl2pPr algn="l">
              <a:defRPr sz="2400" b="1">
                <a:solidFill>
                  <a:srgbClr val="267C83"/>
                </a:solidFill>
                <a:latin typeface="Arial"/>
                <a:ea typeface="Arial"/>
                <a:cs typeface="Arial"/>
              </a:defRPr>
            </a:lvl2pPr>
            <a:lvl3pPr algn="l">
              <a:defRPr sz="2400" b="1">
                <a:solidFill>
                  <a:srgbClr val="267C83"/>
                </a:solidFill>
                <a:latin typeface="Arial"/>
                <a:ea typeface="Arial"/>
                <a:cs typeface="Arial"/>
              </a:defRPr>
            </a:lvl3pPr>
            <a:lvl4pPr algn="l">
              <a:defRPr sz="2400" b="1">
                <a:solidFill>
                  <a:srgbClr val="267C83"/>
                </a:solidFill>
                <a:latin typeface="Arial"/>
                <a:ea typeface="Arial"/>
                <a:cs typeface="Arial"/>
              </a:defRPr>
            </a:lvl4pPr>
            <a:lvl5pPr algn="l">
              <a:defRPr sz="2400" b="1">
                <a:solidFill>
                  <a:srgbClr val="267C83"/>
                </a:solidFill>
                <a:latin typeface="Arial"/>
                <a:ea typeface="Arial"/>
                <a:cs typeface="Arial"/>
              </a:defRPr>
            </a:lvl5pPr>
            <a:lvl6pPr algn="l">
              <a:defRPr sz="2400" b="1">
                <a:solidFill>
                  <a:srgbClr val="267C83"/>
                </a:solidFill>
                <a:latin typeface="Arial"/>
                <a:ea typeface="Arial"/>
                <a:cs typeface="Arial"/>
              </a:defRPr>
            </a:lvl6pPr>
            <a:lvl7pPr algn="l">
              <a:defRPr sz="2400" b="1">
                <a:solidFill>
                  <a:srgbClr val="267C83"/>
                </a:solidFill>
                <a:latin typeface="Arial"/>
                <a:ea typeface="Arial"/>
                <a:cs typeface="Arial"/>
              </a:defRPr>
            </a:lvl7pPr>
            <a:lvl8pPr algn="l">
              <a:defRPr sz="2400" b="1">
                <a:solidFill>
                  <a:srgbClr val="267C83"/>
                </a:solidFill>
                <a:latin typeface="Arial"/>
                <a:ea typeface="Arial"/>
                <a:cs typeface="Arial"/>
              </a:defRPr>
            </a:lvl8pPr>
            <a:lvl9pPr algn="l">
              <a:defRPr sz="2400" b="1">
                <a:solidFill>
                  <a:srgbClr val="267C83"/>
                </a:solidFill>
                <a:latin typeface="Arial"/>
                <a:ea typeface="Arial"/>
                <a:cs typeface="Arial"/>
              </a:defRPr>
            </a:lvl9pPr>
          </a:lstStyle>
          <a:p xmlns:a="http://schemas.openxmlformats.org/drawingml/2006/main">
            <a:pPr algn="l">
              <a:lnSpc>
                <a:spcPct val="108000"/>
              </a:lnSpc>
              <a:buNone/>
              <a:defRPr sz="2400" b="1">
                <a:solidFill>
                  <a:srgbClr val="267C83"/>
                </a:solidFill>
                <a:latin typeface="Arial"/>
                <a:ea typeface="Arial"/>
                <a:cs typeface="Arial"/>
              </a:defRPr>
            </a:pPr>
            <a:r>
              <a:rPr sz="2400" b="1">
                <a:solidFill>
                  <a:srgbClr val="267C83"/>
                </a:solidFill>
                <a:latin typeface="Arial"/>
                <a:ea typeface="Arial"/>
                <a:cs typeface="Arial"/>
              </a:rPr>
              <a:t>Ảnh sạch tạo lỗi để có mốc so sánh</a:t>
            </a:r>
          </a:p>
        </p:txBody>
      </p:sp>
      <p:sp>
        <p:nvSpPr>
          <p:cNvPr id="12" name="">
            <a:extLst xmlns:a="http://schemas.openxmlformats.org/drawingml/2006/main">
              <a:ext uri="{FF2B5EF4-FFF2-40B4-BE49-F238E27FC236}">
                <a16:creationId xmlns:a16="http://schemas.microsoft.com/office/drawing/2014/main" id="{68B7F3D3-1CEE-47CD-BE45-B5E8F0D0EF9B}"/>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Generator chính có 7 suy giảm. Ảnh liên module: RGB uint8, kích thước (H, W, 3).</a:t>
            </a:r>
          </a:p>
        </p:txBody>
      </p:sp>
    </p:spTree>
    <p:extLst>
      <p:ext uri="{BB962C8B-B14F-4D97-AF65-F5344CB8AC3E}">
        <p14:creationId xmlns:p14="http://schemas.microsoft.com/office/powerpoint/2010/main" val="11879689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B1402244-24E5-401E-8025-5236172281DC}"/>
              </a:ext>
            </a:extLst>
          </p:cNvPr>
          <p:cNvCxnSpPr>
            <a:stCxn xmlns:a="http://schemas.openxmlformats.org/drawingml/2006/main" id="10" idx="3"/>
            <a:endCxn xmlns:a="http://schemas.openxmlformats.org/drawingml/2006/main" id="11" idx="1"/>
          </p:cNvCxnSpPr>
          <p:nvPr/>
        </p:nvCxnSpPr>
        <p:spPr>
          <a:xfrm xmlns:a="http://schemas.openxmlformats.org/drawingml/2006/main">
            <a:off x="7486650" y="5429250"/>
            <a:ext cx="1314450" cy="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18" name="">
            <a:extLst xmlns:a="http://schemas.openxmlformats.org/drawingml/2006/main">
              <a:ext uri="{FF2B5EF4-FFF2-40B4-BE49-F238E27FC236}">
                <a16:creationId xmlns:a16="http://schemas.microsoft.com/office/drawing/2014/main" id="{4A7A22BA-22D1-477D-98FE-E2C68ADE5F0D}"/>
              </a:ext>
            </a:extLst>
          </p:cNvPr>
          <p:cNvCxnSpPr>
            <a:stCxn xmlns:a="http://schemas.openxmlformats.org/drawingml/2006/main" id="9" idx="3"/>
            <a:endCxn xmlns:a="http://schemas.openxmlformats.org/drawingml/2006/main" id="10" idx="1"/>
          </p:cNvCxnSpPr>
          <p:nvPr/>
        </p:nvCxnSpPr>
        <p:spPr>
          <a:xfrm xmlns:a="http://schemas.openxmlformats.org/drawingml/2006/main">
            <a:off x="3390900" y="5429250"/>
            <a:ext cx="1314450" cy="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17" name="">
            <a:extLst xmlns:a="http://schemas.openxmlformats.org/drawingml/2006/main">
              <a:ext uri="{FF2B5EF4-FFF2-40B4-BE49-F238E27FC236}">
                <a16:creationId xmlns:a16="http://schemas.microsoft.com/office/drawing/2014/main" id="{C401CDCF-682C-4F33-80B4-2663D0D5872E}"/>
              </a:ext>
            </a:extLst>
          </p:cNvPr>
          <p:cNvCxnSpPr>
            <a:stCxn xmlns:a="http://schemas.openxmlformats.org/drawingml/2006/main" id="8" idx="2"/>
            <a:endCxn xmlns:a="http://schemas.openxmlformats.org/drawingml/2006/main" id="9" idx="0"/>
          </p:cNvCxnSpPr>
          <p:nvPr/>
        </p:nvCxnSpPr>
        <p:spPr>
          <a:xfrm xmlns:a="http://schemas.openxmlformats.org/drawingml/2006/main">
            <a:off x="2000250" y="4191000"/>
            <a:ext cx="0" cy="76200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16" name="">
            <a:extLst xmlns:a="http://schemas.openxmlformats.org/drawingml/2006/main">
              <a:ext uri="{FF2B5EF4-FFF2-40B4-BE49-F238E27FC236}">
                <a16:creationId xmlns:a16="http://schemas.microsoft.com/office/drawing/2014/main" id="{C89932D2-4FFB-4734-AA88-98895E2CA6A1}"/>
              </a:ext>
            </a:extLst>
          </p:cNvPr>
          <p:cNvCxnSpPr>
            <a:stCxn xmlns:a="http://schemas.openxmlformats.org/drawingml/2006/main" id="7" idx="1"/>
            <a:endCxn xmlns:a="http://schemas.openxmlformats.org/drawingml/2006/main" id="8" idx="3"/>
          </p:cNvCxnSpPr>
          <p:nvPr/>
        </p:nvCxnSpPr>
        <p:spPr>
          <a:xfrm xmlns:a="http://schemas.openxmlformats.org/drawingml/2006/main" flipH="1">
            <a:off x="3390900" y="3714750"/>
            <a:ext cx="1314450" cy="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15" name="">
            <a:extLst xmlns:a="http://schemas.openxmlformats.org/drawingml/2006/main">
              <a:ext uri="{FF2B5EF4-FFF2-40B4-BE49-F238E27FC236}">
                <a16:creationId xmlns:a16="http://schemas.microsoft.com/office/drawing/2014/main" id="{FBCDCEAC-99D2-46A2-90F9-481E8FBDAA34}"/>
              </a:ext>
            </a:extLst>
          </p:cNvPr>
          <p:cNvCxnSpPr>
            <a:stCxn xmlns:a="http://schemas.openxmlformats.org/drawingml/2006/main" id="6" idx="1"/>
            <a:endCxn xmlns:a="http://schemas.openxmlformats.org/drawingml/2006/main" id="7" idx="3"/>
          </p:cNvCxnSpPr>
          <p:nvPr/>
        </p:nvCxnSpPr>
        <p:spPr>
          <a:xfrm xmlns:a="http://schemas.openxmlformats.org/drawingml/2006/main" flipH="1">
            <a:off x="7486650" y="3714750"/>
            <a:ext cx="1314450" cy="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14" name="">
            <a:extLst xmlns:a="http://schemas.openxmlformats.org/drawingml/2006/main">
              <a:ext uri="{FF2B5EF4-FFF2-40B4-BE49-F238E27FC236}">
                <a16:creationId xmlns:a16="http://schemas.microsoft.com/office/drawing/2014/main" id="{70C31813-F36D-470B-ABFD-AC75575FCC95}"/>
              </a:ext>
            </a:extLst>
          </p:cNvPr>
          <p:cNvCxnSpPr>
            <a:stCxn xmlns:a="http://schemas.openxmlformats.org/drawingml/2006/main" id="5" idx="2"/>
            <a:endCxn xmlns:a="http://schemas.openxmlformats.org/drawingml/2006/main" id="6" idx="0"/>
          </p:cNvCxnSpPr>
          <p:nvPr/>
        </p:nvCxnSpPr>
        <p:spPr>
          <a:xfrm xmlns:a="http://schemas.openxmlformats.org/drawingml/2006/main">
            <a:off x="10191750" y="2476500"/>
            <a:ext cx="0" cy="76200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13" name="">
            <a:extLst xmlns:a="http://schemas.openxmlformats.org/drawingml/2006/main">
              <a:ext uri="{FF2B5EF4-FFF2-40B4-BE49-F238E27FC236}">
                <a16:creationId xmlns:a16="http://schemas.microsoft.com/office/drawing/2014/main" id="{D0C3BBEB-A671-4344-9246-47DD98411015}"/>
              </a:ext>
            </a:extLst>
          </p:cNvPr>
          <p:cNvCxnSpPr>
            <a:stCxn xmlns:a="http://schemas.openxmlformats.org/drawingml/2006/main" id="4" idx="3"/>
            <a:endCxn xmlns:a="http://schemas.openxmlformats.org/drawingml/2006/main" id="5" idx="1"/>
          </p:cNvCxnSpPr>
          <p:nvPr/>
        </p:nvCxnSpPr>
        <p:spPr>
          <a:xfrm xmlns:a="http://schemas.openxmlformats.org/drawingml/2006/main">
            <a:off x="7486650" y="2000250"/>
            <a:ext cx="1314450" cy="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12" name="">
            <a:extLst xmlns:a="http://schemas.openxmlformats.org/drawingml/2006/main">
              <a:ext uri="{FF2B5EF4-FFF2-40B4-BE49-F238E27FC236}">
                <a16:creationId xmlns:a16="http://schemas.microsoft.com/office/drawing/2014/main" id="{AB36410E-8650-4BA2-96DE-014517DC8948}"/>
              </a:ext>
            </a:extLst>
          </p:cNvPr>
          <p:cNvCxnSpPr>
            <a:stCxn xmlns:a="http://schemas.openxmlformats.org/drawingml/2006/main" id="3" idx="3"/>
            <a:endCxn xmlns:a="http://schemas.openxmlformats.org/drawingml/2006/main" id="4" idx="1"/>
          </p:cNvCxnSpPr>
          <p:nvPr/>
        </p:nvCxnSpPr>
        <p:spPr>
          <a:xfrm xmlns:a="http://schemas.openxmlformats.org/drawingml/2006/main">
            <a:off x="3390900" y="2000250"/>
            <a:ext cx="1314450" cy="0"/>
          </a:xfrm>
          <a:prstGeom xmlns:a="http://schemas.openxmlformats.org/drawingml/2006/main" prst="straightConnector1">
            <a:avLst/>
          </a:prstGeom>
          <a:ln xmlns:a="http://schemas.openxmlformats.org/drawingml/2006/main" w="19050">
            <a:solidFill>
              <a:srgbClr val="617E8F"/>
            </a:solidFill>
            <a:tailEnd type="triangle" w="med" len="med"/>
          </a:ln>
        </p:spPr>
      </p:cxnSp>
      <p:sp>
        <p:nvSpPr>
          <p:cNvPr id="26" name="">
            <a:extLst xmlns:a="http://schemas.openxmlformats.org/drawingml/2006/main">
              <a:ext uri="{FF2B5EF4-FFF2-40B4-BE49-F238E27FC236}">
                <a16:creationId xmlns:a16="http://schemas.microsoft.com/office/drawing/2014/main" id="{6BD19CE9-4225-4D82-B0B5-115A79C72E2C}"/>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Luồng khép vòng của LangGraph</a:t>
            </a:r>
          </a:p>
        </p:txBody>
      </p:sp>
      <p:sp>
        <p:nvSpPr>
          <p:cNvPr id="2" name="">
            <a:extLst xmlns:a="http://schemas.openxmlformats.org/drawingml/2006/main">
              <a:ext uri="{FF2B5EF4-FFF2-40B4-BE49-F238E27FC236}">
                <a16:creationId xmlns:a16="http://schemas.microsoft.com/office/drawing/2014/main" id="{1F2FBD47-BDD7-4BA7-B331-42541A198E18}"/>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8FD42F84-415B-4F28-BCCD-EE4EE5950D32}"/>
              </a:ext>
            </a:extLst>
          </p:cNvPr>
          <p:cNvSpPr>
            <a:spLocks xmlns:a="http://schemas.openxmlformats.org/drawingml/2006/main" noGrp="1"/>
          </p:cNvSpPr>
          <p:nvPr/>
        </p:nvSpPr>
        <p:spPr>
          <a:xfrm xmlns:a="http://schemas.openxmlformats.org/drawingml/2006/main">
            <a:off x="609600" y="1524000"/>
            <a:ext cx="2781300" cy="9525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Analyze</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Đo ảnh hiện tại</a:t>
            </a:r>
          </a:p>
        </p:txBody>
      </p:sp>
      <p:sp>
        <p:nvSpPr>
          <p:cNvPr id="4" name="">
            <a:extLst xmlns:a="http://schemas.openxmlformats.org/drawingml/2006/main">
              <a:ext uri="{FF2B5EF4-FFF2-40B4-BE49-F238E27FC236}">
                <a16:creationId xmlns:a16="http://schemas.microsoft.com/office/drawing/2014/main" id="{7F2D4407-4662-4F38-A8ED-019E421AAFA1}"/>
              </a:ext>
            </a:extLst>
          </p:cNvPr>
          <p:cNvSpPr>
            <a:spLocks xmlns:a="http://schemas.openxmlformats.org/drawingml/2006/main" noGrp="1"/>
          </p:cNvSpPr>
          <p:nvPr/>
        </p:nvSpPr>
        <p:spPr>
          <a:xfrm xmlns:a="http://schemas.openxmlformats.org/drawingml/2006/main">
            <a:off x="4705350" y="1524000"/>
            <a:ext cx="2781300" cy="9525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Perceive</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Chẩn đoán theo vùng</a:t>
            </a:r>
          </a:p>
        </p:txBody>
      </p:sp>
      <p:sp>
        <p:nvSpPr>
          <p:cNvPr id="5" name="">
            <a:extLst xmlns:a="http://schemas.openxmlformats.org/drawingml/2006/main">
              <a:ext uri="{FF2B5EF4-FFF2-40B4-BE49-F238E27FC236}">
                <a16:creationId xmlns:a16="http://schemas.microsoft.com/office/drawing/2014/main" id="{7DBF48CE-97FD-4F42-8715-073371866E9C}"/>
              </a:ext>
            </a:extLst>
          </p:cNvPr>
          <p:cNvSpPr>
            <a:spLocks xmlns:a="http://schemas.openxmlformats.org/drawingml/2006/main" noGrp="1"/>
          </p:cNvSpPr>
          <p:nvPr/>
        </p:nvSpPr>
        <p:spPr>
          <a:xfrm xmlns:a="http://schemas.openxmlformats.org/drawingml/2006/main">
            <a:off x="8801100" y="1524000"/>
            <a:ext cx="2781300" cy="9525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Clarify</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Hỏi ý khi tương tác</a:t>
            </a:r>
          </a:p>
        </p:txBody>
      </p:sp>
      <p:sp>
        <p:nvSpPr>
          <p:cNvPr id="6" name="">
            <a:extLst xmlns:a="http://schemas.openxmlformats.org/drawingml/2006/main">
              <a:ext uri="{FF2B5EF4-FFF2-40B4-BE49-F238E27FC236}">
                <a16:creationId xmlns:a16="http://schemas.microsoft.com/office/drawing/2014/main" id="{B097CDB3-6C90-4D90-9B4F-E191CED8C744}"/>
              </a:ext>
            </a:extLst>
          </p:cNvPr>
          <p:cNvSpPr>
            <a:spLocks xmlns:a="http://schemas.openxmlformats.org/drawingml/2006/main" noGrp="1"/>
          </p:cNvSpPr>
          <p:nvPr/>
        </p:nvSpPr>
        <p:spPr>
          <a:xfrm xmlns:a="http://schemas.openxmlformats.org/drawingml/2006/main">
            <a:off x="8801100" y="3238500"/>
            <a:ext cx="2781300" cy="9525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Diagnose and Plan</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Lập và kiểm tra phác đồ</a:t>
            </a:r>
          </a:p>
        </p:txBody>
      </p:sp>
      <p:sp>
        <p:nvSpPr>
          <p:cNvPr id="7" name="">
            <a:extLst xmlns:a="http://schemas.openxmlformats.org/drawingml/2006/main">
              <a:ext uri="{FF2B5EF4-FFF2-40B4-BE49-F238E27FC236}">
                <a16:creationId xmlns:a16="http://schemas.microsoft.com/office/drawing/2014/main" id="{FDD19324-3CB3-4437-A747-DBE3340E85A9}"/>
              </a:ext>
            </a:extLst>
          </p:cNvPr>
          <p:cNvSpPr>
            <a:spLocks xmlns:a="http://schemas.openxmlformats.org/drawingml/2006/main" noGrp="1"/>
          </p:cNvSpPr>
          <p:nvPr/>
        </p:nvSpPr>
        <p:spPr>
          <a:xfrm xmlns:a="http://schemas.openxmlformats.org/drawingml/2006/main">
            <a:off x="4705350" y="3238500"/>
            <a:ext cx="2781300" cy="952500"/>
          </a:xfrm>
          <a:prstGeom xmlns:a="http://schemas.openxmlformats.org/drawingml/2006/main" prst="rect">
            <a:avLst/>
          </a:prstGeom>
          <a:solidFill xmlns:a="http://schemas.openxmlformats.org/drawingml/2006/main">
            <a:srgbClr val="E3F1F0"/>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Process</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Thực thi cổ điển</a:t>
            </a:r>
          </a:p>
        </p:txBody>
      </p:sp>
      <p:sp>
        <p:nvSpPr>
          <p:cNvPr id="8" name="">
            <a:extLst xmlns:a="http://schemas.openxmlformats.org/drawingml/2006/main">
              <a:ext uri="{FF2B5EF4-FFF2-40B4-BE49-F238E27FC236}">
                <a16:creationId xmlns:a16="http://schemas.microsoft.com/office/drawing/2014/main" id="{5404AA82-EFE7-48BB-AD61-5CECB947CEF3}"/>
              </a:ext>
            </a:extLst>
          </p:cNvPr>
          <p:cNvSpPr>
            <a:spLocks xmlns:a="http://schemas.openxmlformats.org/drawingml/2006/main" noGrp="1"/>
          </p:cNvSpPr>
          <p:nvPr/>
        </p:nvSpPr>
        <p:spPr>
          <a:xfrm xmlns:a="http://schemas.openxmlformats.org/drawingml/2006/main">
            <a:off x="609600" y="3238500"/>
            <a:ext cx="2781300" cy="9525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Evaluate</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Đánh giá ứng viên</a:t>
            </a:r>
          </a:p>
        </p:txBody>
      </p:sp>
      <p:sp>
        <p:nvSpPr>
          <p:cNvPr id="9" name="">
            <a:extLst xmlns:a="http://schemas.openxmlformats.org/drawingml/2006/main">
              <a:ext uri="{FF2B5EF4-FFF2-40B4-BE49-F238E27FC236}">
                <a16:creationId xmlns:a16="http://schemas.microsoft.com/office/drawing/2014/main" id="{CF65B8D7-E2FC-40B7-89F6-990AF1848B05}"/>
              </a:ext>
            </a:extLst>
          </p:cNvPr>
          <p:cNvSpPr>
            <a:spLocks xmlns:a="http://schemas.openxmlformats.org/drawingml/2006/main" noGrp="1"/>
          </p:cNvSpPr>
          <p:nvPr/>
        </p:nvSpPr>
        <p:spPr>
          <a:xfrm xmlns:a="http://schemas.openxmlformats.org/drawingml/2006/main">
            <a:off x="609600" y="4953000"/>
            <a:ext cx="2781300" cy="952500"/>
          </a:xfrm>
          <a:prstGeom xmlns:a="http://schemas.openxmlformats.org/drawingml/2006/main" prst="rect">
            <a:avLst/>
          </a:prstGeom>
          <a:solidFill xmlns:a="http://schemas.openxmlformats.org/drawingml/2006/main">
            <a:srgbClr val="F9EFDF"/>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Decide</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Tiếp tục hoặc dừng</a:t>
            </a:r>
          </a:p>
        </p:txBody>
      </p:sp>
      <p:sp>
        <p:nvSpPr>
          <p:cNvPr id="10" name="">
            <a:extLst xmlns:a="http://schemas.openxmlformats.org/drawingml/2006/main">
              <a:ext uri="{FF2B5EF4-FFF2-40B4-BE49-F238E27FC236}">
                <a16:creationId xmlns:a16="http://schemas.microsoft.com/office/drawing/2014/main" id="{CC0553A9-6334-4F7B-BF1D-98A1A9AABDC0}"/>
              </a:ext>
            </a:extLst>
          </p:cNvPr>
          <p:cNvSpPr>
            <a:spLocks xmlns:a="http://schemas.openxmlformats.org/drawingml/2006/main" noGrp="1"/>
          </p:cNvSpPr>
          <p:nvPr/>
        </p:nvSpPr>
        <p:spPr>
          <a:xfrm xmlns:a="http://schemas.openxmlformats.org/drawingml/2006/main">
            <a:off x="4705350" y="4953000"/>
            <a:ext cx="2781300" cy="9525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Review</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Duyệt đúng ảnh trả</a:t>
            </a:r>
          </a:p>
        </p:txBody>
      </p:sp>
      <p:sp>
        <p:nvSpPr>
          <p:cNvPr id="11" name="">
            <a:extLst xmlns:a="http://schemas.openxmlformats.org/drawingml/2006/main">
              <a:ext uri="{FF2B5EF4-FFF2-40B4-BE49-F238E27FC236}">
                <a16:creationId xmlns:a16="http://schemas.microsoft.com/office/drawing/2014/main" id="{1DEF4976-4524-4AF3-AE6A-BA69ABF7C270}"/>
              </a:ext>
            </a:extLst>
          </p:cNvPr>
          <p:cNvSpPr>
            <a:spLocks xmlns:a="http://schemas.openxmlformats.org/drawingml/2006/main" noGrp="1"/>
          </p:cNvSpPr>
          <p:nvPr/>
        </p:nvSpPr>
        <p:spPr>
          <a:xfrm xmlns:a="http://schemas.openxmlformats.org/drawingml/2006/main">
            <a:off x="8801100" y="4953000"/>
            <a:ext cx="2781300" cy="9525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Finalize</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Kết cục cuối</a:t>
            </a:r>
          </a:p>
        </p:txBody>
      </p:sp>
      <p:cxnSp>
        <p:nvCxnSpPr>
          <p:cNvPr id="20" name="">
            <a:extLst xmlns:a="http://schemas.openxmlformats.org/drawingml/2006/main">
              <a:ext uri="{FF2B5EF4-FFF2-40B4-BE49-F238E27FC236}">
                <a16:creationId xmlns:a16="http://schemas.microsoft.com/office/drawing/2014/main" id="{5AA7D95B-FD6E-4F1C-A9A4-886E8C5BCC9F}"/>
              </a:ext>
            </a:extLst>
          </p:cNvPr>
          <p:cNvCxnSpPr/>
          <p:nvPr/>
        </p:nvCxnSpPr>
        <p:spPr>
          <a:xfrm xmlns:a="http://schemas.openxmlformats.org/drawingml/2006/main">
            <a:off x="285750" y="5429250"/>
            <a:ext cx="323850" cy="0"/>
          </a:xfrm>
          <a:prstGeom xmlns:a="http://schemas.openxmlformats.org/drawingml/2006/main" prst="straightConnector1">
            <a:avLst/>
          </a:prstGeom>
          <a:ln xmlns:a="http://schemas.openxmlformats.org/drawingml/2006/main" w="19050">
            <a:solidFill>
              <a:srgbClr val="617E8F"/>
            </a:solidFill>
          </a:ln>
        </p:spPr>
      </p:cxnSp>
      <p:cxnSp>
        <p:nvCxnSpPr>
          <p:cNvPr id="21" name="">
            <a:extLst xmlns:a="http://schemas.openxmlformats.org/drawingml/2006/main">
              <a:ext uri="{FF2B5EF4-FFF2-40B4-BE49-F238E27FC236}">
                <a16:creationId xmlns:a16="http://schemas.microsoft.com/office/drawing/2014/main" id="{80728A61-1BFD-439D-AAA9-44B7FD0D3D6C}"/>
              </a:ext>
            </a:extLst>
          </p:cNvPr>
          <p:cNvCxnSpPr/>
          <p:nvPr/>
        </p:nvCxnSpPr>
        <p:spPr>
          <a:xfrm xmlns:a="http://schemas.openxmlformats.org/drawingml/2006/main">
            <a:off x="285750" y="2000250"/>
            <a:ext cx="0" cy="3429000"/>
          </a:xfrm>
          <a:prstGeom xmlns:a="http://schemas.openxmlformats.org/drawingml/2006/main" prst="straightConnector1">
            <a:avLst/>
          </a:prstGeom>
          <a:ln xmlns:a="http://schemas.openxmlformats.org/drawingml/2006/main" w="19050">
            <a:solidFill>
              <a:srgbClr val="617E8F"/>
            </a:solidFill>
          </a:ln>
        </p:spPr>
      </p:cxnSp>
      <p:cxnSp>
        <p:nvCxnSpPr>
          <p:cNvPr id="22" name="">
            <a:extLst xmlns:a="http://schemas.openxmlformats.org/drawingml/2006/main">
              <a:ext uri="{FF2B5EF4-FFF2-40B4-BE49-F238E27FC236}">
                <a16:creationId xmlns:a16="http://schemas.microsoft.com/office/drawing/2014/main" id="{808C0233-4BAD-4481-BB8E-700D3574E6B3}"/>
              </a:ext>
            </a:extLst>
          </p:cNvPr>
          <p:cNvCxnSpPr/>
          <p:nvPr/>
        </p:nvCxnSpPr>
        <p:spPr>
          <a:xfrm xmlns:a="http://schemas.openxmlformats.org/drawingml/2006/main">
            <a:off x="285750" y="2000250"/>
            <a:ext cx="323850" cy="0"/>
          </a:xfrm>
          <a:prstGeom xmlns:a="http://schemas.openxmlformats.org/drawingml/2006/main" prst="straightConnector1">
            <a:avLst/>
          </a:prstGeom>
          <a:ln xmlns:a="http://schemas.openxmlformats.org/drawingml/2006/main" w="19050">
            <a:solidFill>
              <a:srgbClr val="617E8F"/>
            </a:solidFill>
            <a:tailEnd type="triangle" w="med" len="med"/>
          </a:ln>
        </p:spPr>
      </p:cxnSp>
      <p:sp>
        <p:nvSpPr>
          <p:cNvPr id="23" name="">
            <a:extLst xmlns:a="http://schemas.openxmlformats.org/drawingml/2006/main">
              <a:ext uri="{FF2B5EF4-FFF2-40B4-BE49-F238E27FC236}">
                <a16:creationId xmlns:a16="http://schemas.microsoft.com/office/drawing/2014/main" id="{304CEC73-AF6E-4435-9667-866F7A14B285}"/>
              </a:ext>
            </a:extLst>
          </p:cNvPr>
          <p:cNvSpPr>
            <a:spLocks xmlns:a="http://schemas.openxmlformats.org/drawingml/2006/main" noGrp="1"/>
          </p:cNvSpPr>
          <p:nvPr/>
        </p:nvSpPr>
        <p:spPr>
          <a:xfrm xmlns:a="http://schemas.openxmlformats.org/drawingml/2006/main">
            <a:off x="609600" y="5962650"/>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7C83"/>
                </a:solidFill>
                <a:latin typeface="Arial"/>
                <a:ea typeface="Arial"/>
                <a:cs typeface="Arial"/>
              </a:defRPr>
            </a:defPPr>
            <a:lvl1pPr algn="l">
              <a:defRPr sz="1500" b="0">
                <a:solidFill>
                  <a:srgbClr val="267C83"/>
                </a:solidFill>
                <a:latin typeface="Arial"/>
                <a:ea typeface="Arial"/>
                <a:cs typeface="Arial"/>
              </a:defRPr>
            </a:lvl1pPr>
            <a:lvl2pPr algn="l">
              <a:defRPr sz="1500" b="0">
                <a:solidFill>
                  <a:srgbClr val="267C83"/>
                </a:solidFill>
                <a:latin typeface="Arial"/>
                <a:ea typeface="Arial"/>
                <a:cs typeface="Arial"/>
              </a:defRPr>
            </a:lvl2pPr>
            <a:lvl3pPr algn="l">
              <a:defRPr sz="1500" b="0">
                <a:solidFill>
                  <a:srgbClr val="267C83"/>
                </a:solidFill>
                <a:latin typeface="Arial"/>
                <a:ea typeface="Arial"/>
                <a:cs typeface="Arial"/>
              </a:defRPr>
            </a:lvl3pPr>
            <a:lvl4pPr algn="l">
              <a:defRPr sz="1500" b="0">
                <a:solidFill>
                  <a:srgbClr val="267C83"/>
                </a:solidFill>
                <a:latin typeface="Arial"/>
                <a:ea typeface="Arial"/>
                <a:cs typeface="Arial"/>
              </a:defRPr>
            </a:lvl4pPr>
            <a:lvl5pPr algn="l">
              <a:defRPr sz="1500" b="0">
                <a:solidFill>
                  <a:srgbClr val="267C83"/>
                </a:solidFill>
                <a:latin typeface="Arial"/>
                <a:ea typeface="Arial"/>
                <a:cs typeface="Arial"/>
              </a:defRPr>
            </a:lvl5pPr>
            <a:lvl6pPr algn="l">
              <a:defRPr sz="1500" b="0">
                <a:solidFill>
                  <a:srgbClr val="267C83"/>
                </a:solidFill>
                <a:latin typeface="Arial"/>
                <a:ea typeface="Arial"/>
                <a:cs typeface="Arial"/>
              </a:defRPr>
            </a:lvl6pPr>
            <a:lvl7pPr algn="l">
              <a:defRPr sz="1500" b="0">
                <a:solidFill>
                  <a:srgbClr val="267C83"/>
                </a:solidFill>
                <a:latin typeface="Arial"/>
                <a:ea typeface="Arial"/>
                <a:cs typeface="Arial"/>
              </a:defRPr>
            </a:lvl7pPr>
            <a:lvl8pPr algn="l">
              <a:defRPr sz="1500" b="0">
                <a:solidFill>
                  <a:srgbClr val="267C83"/>
                </a:solidFill>
                <a:latin typeface="Arial"/>
                <a:ea typeface="Arial"/>
                <a:cs typeface="Arial"/>
              </a:defRPr>
            </a:lvl8pPr>
            <a:lvl9pPr algn="l">
              <a:defRPr sz="1500" b="0">
                <a:solidFill>
                  <a:srgbClr val="267C83"/>
                </a:solidFill>
                <a:latin typeface="Arial"/>
                <a:ea typeface="Arial"/>
                <a:cs typeface="Arial"/>
              </a:defRPr>
            </a:lvl9pPr>
          </a:lstStyle>
          <a:p xmlns:a="http://schemas.openxmlformats.org/drawingml/2006/main">
            <a:pPr algn="l">
              <a:lnSpc>
                <a:spcPct val="108000"/>
              </a:lnSpc>
              <a:buNone/>
              <a:defRPr sz="1500" b="0">
                <a:solidFill>
                  <a:srgbClr val="267C83"/>
                </a:solidFill>
                <a:latin typeface="Arial"/>
                <a:ea typeface="Arial"/>
                <a:cs typeface="Arial"/>
              </a:defRPr>
            </a:pPr>
            <a:r>
              <a:rPr sz="1500" b="0">
                <a:solidFill>
                  <a:srgbClr val="267C83"/>
                </a:solidFill>
                <a:latin typeface="Arial"/>
                <a:ea typeface="Arial"/>
                <a:cs typeface="Arial"/>
              </a:rPr>
              <a:t>RE_PROCESS về Analyze</a:t>
            </a:r>
          </a:p>
        </p:txBody>
      </p:sp>
      <p:sp>
        <p:nvSpPr>
          <p:cNvPr id="24" name="">
            <a:extLst xmlns:a="http://schemas.openxmlformats.org/drawingml/2006/main">
              <a:ext uri="{FF2B5EF4-FFF2-40B4-BE49-F238E27FC236}">
                <a16:creationId xmlns:a16="http://schemas.microsoft.com/office/drawing/2014/main" id="{02E2BA68-5A0D-419C-B9A8-6388DAA194CA}"/>
              </a:ext>
            </a:extLst>
          </p:cNvPr>
          <p:cNvSpPr>
            <a:spLocks xmlns:a="http://schemas.openxmlformats.org/drawingml/2006/main" noGrp="1"/>
          </p:cNvSpPr>
          <p:nvPr/>
        </p:nvSpPr>
        <p:spPr>
          <a:xfrm xmlns:a="http://schemas.openxmlformats.org/drawingml/2006/main">
            <a:off x="3781425" y="51244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779"/>
                </a:solidFill>
                <a:latin typeface="Arial"/>
                <a:ea typeface="Arial"/>
                <a:cs typeface="Arial"/>
              </a:defRPr>
            </a:defPPr>
            <a:lvl1pPr algn="l">
              <a:defRPr sz="1500" b="0">
                <a:solidFill>
                  <a:srgbClr val="526779"/>
                </a:solidFill>
                <a:latin typeface="Arial"/>
                <a:ea typeface="Arial"/>
                <a:cs typeface="Arial"/>
              </a:defRPr>
            </a:lvl1pPr>
            <a:lvl2pPr algn="l">
              <a:defRPr sz="1500" b="0">
                <a:solidFill>
                  <a:srgbClr val="526779"/>
                </a:solidFill>
                <a:latin typeface="Arial"/>
                <a:ea typeface="Arial"/>
                <a:cs typeface="Arial"/>
              </a:defRPr>
            </a:lvl2pPr>
            <a:lvl3pPr algn="l">
              <a:defRPr sz="1500" b="0">
                <a:solidFill>
                  <a:srgbClr val="526779"/>
                </a:solidFill>
                <a:latin typeface="Arial"/>
                <a:ea typeface="Arial"/>
                <a:cs typeface="Arial"/>
              </a:defRPr>
            </a:lvl3pPr>
            <a:lvl4pPr algn="l">
              <a:defRPr sz="1500" b="0">
                <a:solidFill>
                  <a:srgbClr val="526779"/>
                </a:solidFill>
                <a:latin typeface="Arial"/>
                <a:ea typeface="Arial"/>
                <a:cs typeface="Arial"/>
              </a:defRPr>
            </a:lvl4pPr>
            <a:lvl5pPr algn="l">
              <a:defRPr sz="1500" b="0">
                <a:solidFill>
                  <a:srgbClr val="526779"/>
                </a:solidFill>
                <a:latin typeface="Arial"/>
                <a:ea typeface="Arial"/>
                <a:cs typeface="Arial"/>
              </a:defRPr>
            </a:lvl5pPr>
            <a:lvl6pPr algn="l">
              <a:defRPr sz="1500" b="0">
                <a:solidFill>
                  <a:srgbClr val="526779"/>
                </a:solidFill>
                <a:latin typeface="Arial"/>
                <a:ea typeface="Arial"/>
                <a:cs typeface="Arial"/>
              </a:defRPr>
            </a:lvl6pPr>
            <a:lvl7pPr algn="l">
              <a:defRPr sz="1500" b="0">
                <a:solidFill>
                  <a:srgbClr val="526779"/>
                </a:solidFill>
                <a:latin typeface="Arial"/>
                <a:ea typeface="Arial"/>
                <a:cs typeface="Arial"/>
              </a:defRPr>
            </a:lvl7pPr>
            <a:lvl8pPr algn="l">
              <a:defRPr sz="1500" b="0">
                <a:solidFill>
                  <a:srgbClr val="526779"/>
                </a:solidFill>
                <a:latin typeface="Arial"/>
                <a:ea typeface="Arial"/>
                <a:cs typeface="Arial"/>
              </a:defRPr>
            </a:lvl8pPr>
            <a:lvl9pPr algn="l">
              <a:defRPr sz="1500" b="0">
                <a:solidFill>
                  <a:srgbClr val="526779"/>
                </a:solidFill>
                <a:latin typeface="Arial"/>
                <a:ea typeface="Arial"/>
                <a:cs typeface="Arial"/>
              </a:defRPr>
            </a:lvl9pPr>
          </a:lstStyle>
          <a:p xmlns:a="http://schemas.openxmlformats.org/drawingml/2006/main">
            <a:pPr algn="l">
              <a:lnSpc>
                <a:spcPct val="108000"/>
              </a:lnSpc>
              <a:buNone/>
              <a:defRPr sz="1500" b="0">
                <a:solidFill>
                  <a:srgbClr val="526779"/>
                </a:solidFill>
                <a:latin typeface="Arial"/>
                <a:ea typeface="Arial"/>
                <a:cs typeface="Arial"/>
              </a:defRPr>
            </a:pPr>
            <a:r>
              <a:rPr sz="1500" b="0">
                <a:solidFill>
                  <a:srgbClr val="526779"/>
                </a:solidFill>
                <a:latin typeface="Arial"/>
                <a:ea typeface="Arial"/>
                <a:cs typeface="Arial"/>
              </a:rPr>
              <a:t>Dừng</a:t>
            </a:r>
          </a:p>
        </p:txBody>
      </p:sp>
      <p:sp>
        <p:nvSpPr>
          <p:cNvPr id="25" name="">
            <a:extLst xmlns:a="http://schemas.openxmlformats.org/drawingml/2006/main">
              <a:ext uri="{FF2B5EF4-FFF2-40B4-BE49-F238E27FC236}">
                <a16:creationId xmlns:a16="http://schemas.microsoft.com/office/drawing/2014/main" id="{8F9FCF74-C3F7-49EF-9EC3-8F4972785DA8}"/>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DoctorState giữ ảnh gốc, ảnh hiện tại, ảnh trước vòng, chẩn đoán, kế hoạch và lịch sử.</a:t>
            </a:r>
          </a:p>
        </p:txBody>
      </p:sp>
    </p:spTree>
    <p:extLst>
      <p:ext uri="{BB962C8B-B14F-4D97-AF65-F5344CB8AC3E}">
        <p14:creationId xmlns:p14="http://schemas.microsoft.com/office/powerpoint/2010/main" val="18666908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DA3F929C-98BD-45BC-80D4-51B148DE03AA}"/>
              </a:ext>
            </a:extLst>
          </p:cNvPr>
          <p:cNvCxnSpPr>
            <a:stCxn xmlns:a="http://schemas.openxmlformats.org/drawingml/2006/main" id="5" idx="2"/>
            <a:endCxn xmlns:a="http://schemas.openxmlformats.org/drawingml/2006/main" id="8" idx="0"/>
          </p:cNvCxnSpPr>
          <p:nvPr/>
        </p:nvCxnSpPr>
        <p:spPr>
          <a:xfrm xmlns:a="http://schemas.openxmlformats.org/drawingml/2006/main">
            <a:off x="10058400" y="2933700"/>
            <a:ext cx="0" cy="116205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7" name="">
            <a:extLst xmlns:a="http://schemas.openxmlformats.org/drawingml/2006/main">
              <a:ext uri="{FF2B5EF4-FFF2-40B4-BE49-F238E27FC236}">
                <a16:creationId xmlns:a16="http://schemas.microsoft.com/office/drawing/2014/main" id="{17C52D7F-1FEC-4DC8-9F7D-C9C5C12FBFA2}"/>
              </a:ext>
            </a:extLst>
          </p:cNvPr>
          <p:cNvCxnSpPr>
            <a:stCxn xmlns:a="http://schemas.openxmlformats.org/drawingml/2006/main" id="4" idx="3"/>
            <a:endCxn xmlns:a="http://schemas.openxmlformats.org/drawingml/2006/main" id="5" idx="1"/>
          </p:cNvCxnSpPr>
          <p:nvPr/>
        </p:nvCxnSpPr>
        <p:spPr>
          <a:xfrm xmlns:a="http://schemas.openxmlformats.org/drawingml/2006/main">
            <a:off x="7620000" y="2324100"/>
            <a:ext cx="914400" cy="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6" name="">
            <a:extLst xmlns:a="http://schemas.openxmlformats.org/drawingml/2006/main">
              <a:ext uri="{FF2B5EF4-FFF2-40B4-BE49-F238E27FC236}">
                <a16:creationId xmlns:a16="http://schemas.microsoft.com/office/drawing/2014/main" id="{35E36A90-7436-4A84-85FA-E16F274FD7EC}"/>
              </a:ext>
            </a:extLst>
          </p:cNvPr>
          <p:cNvCxnSpPr>
            <a:stCxn xmlns:a="http://schemas.openxmlformats.org/drawingml/2006/main" id="3" idx="3"/>
            <a:endCxn xmlns:a="http://schemas.openxmlformats.org/drawingml/2006/main" id="4" idx="1"/>
          </p:cNvCxnSpPr>
          <p:nvPr/>
        </p:nvCxnSpPr>
        <p:spPr>
          <a:xfrm xmlns:a="http://schemas.openxmlformats.org/drawingml/2006/main">
            <a:off x="3657600" y="2324100"/>
            <a:ext cx="914400" cy="0"/>
          </a:xfrm>
          <a:prstGeom xmlns:a="http://schemas.openxmlformats.org/drawingml/2006/main" prst="straightConnector1">
            <a:avLst/>
          </a:prstGeom>
          <a:ln xmlns:a="http://schemas.openxmlformats.org/drawingml/2006/main" w="19050">
            <a:solidFill>
              <a:srgbClr val="617E8F"/>
            </a:solidFill>
            <a:tailEnd type="triangle" w="med" len="med"/>
          </a:ln>
        </p:spPr>
      </p:cxnSp>
      <p:sp>
        <p:nvSpPr>
          <p:cNvPr id="14" name="">
            <a:extLst xmlns:a="http://schemas.openxmlformats.org/drawingml/2006/main">
              <a:ext uri="{FF2B5EF4-FFF2-40B4-BE49-F238E27FC236}">
                <a16:creationId xmlns:a16="http://schemas.microsoft.com/office/drawing/2014/main" id="{249B2090-D724-468D-8026-D1594CB36010}"/>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Chẩn đoán dựa trên ảnh và số đo</a:t>
            </a:r>
          </a:p>
        </p:txBody>
      </p:sp>
      <p:sp>
        <p:nvSpPr>
          <p:cNvPr id="2" name="">
            <a:extLst xmlns:a="http://schemas.openxmlformats.org/drawingml/2006/main">
              <a:ext uri="{FF2B5EF4-FFF2-40B4-BE49-F238E27FC236}">
                <a16:creationId xmlns:a16="http://schemas.microsoft.com/office/drawing/2014/main" id="{9882572F-2B07-4AA7-968F-D8B073837294}"/>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2B07B58-7542-4C45-86C8-BE741ACC9205}"/>
              </a:ext>
            </a:extLst>
          </p:cNvPr>
          <p:cNvSpPr>
            <a:spLocks xmlns:a="http://schemas.openxmlformats.org/drawingml/2006/main" noGrp="1"/>
          </p:cNvSpPr>
          <p:nvPr/>
        </p:nvSpPr>
        <p:spPr>
          <a:xfrm xmlns:a="http://schemas.openxmlformats.org/drawingml/2006/main">
            <a:off x="609600" y="1714500"/>
            <a:ext cx="3048000" cy="12192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Ảnh và crop</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Cảnh, chủ thể, chi tiết</a:t>
            </a:r>
          </a:p>
        </p:txBody>
      </p:sp>
      <p:sp>
        <p:nvSpPr>
          <p:cNvPr id="4" name="">
            <a:extLst xmlns:a="http://schemas.openxmlformats.org/drawingml/2006/main">
              <a:ext uri="{FF2B5EF4-FFF2-40B4-BE49-F238E27FC236}">
                <a16:creationId xmlns:a16="http://schemas.microsoft.com/office/drawing/2014/main" id="{7D46D46A-BD2F-49FA-A449-A8ABABF8828E}"/>
              </a:ext>
            </a:extLst>
          </p:cNvPr>
          <p:cNvSpPr>
            <a:spLocks xmlns:a="http://schemas.openxmlformats.org/drawingml/2006/main" noGrp="1"/>
          </p:cNvSpPr>
          <p:nvPr/>
        </p:nvSpPr>
        <p:spPr>
          <a:xfrm xmlns:a="http://schemas.openxmlformats.org/drawingml/2006/main">
            <a:off x="4572000" y="1714500"/>
            <a:ext cx="3048000" cy="12192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Gemini Perceive</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Lỗi, mức độ, preserve</a:t>
            </a:r>
          </a:p>
        </p:txBody>
      </p:sp>
      <p:sp>
        <p:nvSpPr>
          <p:cNvPr id="5" name="">
            <a:extLst xmlns:a="http://schemas.openxmlformats.org/drawingml/2006/main">
              <a:ext uri="{FF2B5EF4-FFF2-40B4-BE49-F238E27FC236}">
                <a16:creationId xmlns:a16="http://schemas.microsoft.com/office/drawing/2014/main" id="{1B0A7266-BFEE-4E20-9BB4-5CFBECC7C27A}"/>
              </a:ext>
            </a:extLst>
          </p:cNvPr>
          <p:cNvSpPr>
            <a:spLocks xmlns:a="http://schemas.openxmlformats.org/drawingml/2006/main" noGrp="1"/>
          </p:cNvSpPr>
          <p:nvPr/>
        </p:nvSpPr>
        <p:spPr>
          <a:xfrm xmlns:a="http://schemas.openxmlformats.org/drawingml/2006/main">
            <a:off x="8534400" y="1714500"/>
            <a:ext cx="3048000" cy="1219200"/>
          </a:xfrm>
          <a:prstGeom xmlns:a="http://schemas.openxmlformats.org/drawingml/2006/main" prst="rect">
            <a:avLst/>
          </a:prstGeom>
          <a:solidFill xmlns:a="http://schemas.openxmlformats.org/drawingml/2006/main">
            <a:srgbClr val="E3F1F0"/>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Fusion</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Đối chiếu số đo</a:t>
            </a:r>
          </a:p>
        </p:txBody>
      </p:sp>
      <p:sp>
        <p:nvSpPr>
          <p:cNvPr id="8" name="">
            <a:extLst xmlns:a="http://schemas.openxmlformats.org/drawingml/2006/main">
              <a:ext uri="{FF2B5EF4-FFF2-40B4-BE49-F238E27FC236}">
                <a16:creationId xmlns:a16="http://schemas.microsoft.com/office/drawing/2014/main" id="{E9A0913E-F8CF-4750-86EB-3113A9B3F565}"/>
              </a:ext>
            </a:extLst>
          </p:cNvPr>
          <p:cNvSpPr>
            <a:spLocks xmlns:a="http://schemas.openxmlformats.org/drawingml/2006/main" noGrp="1"/>
          </p:cNvSpPr>
          <p:nvPr/>
        </p:nvSpPr>
        <p:spPr>
          <a:xfrm xmlns:a="http://schemas.openxmlformats.org/drawingml/2006/main">
            <a:off x="8534400" y="4095750"/>
            <a:ext cx="3048000" cy="1219200"/>
          </a:xfrm>
          <a:prstGeom xmlns:a="http://schemas.openxmlformats.org/drawingml/2006/main" prst="rect">
            <a:avLst/>
          </a:prstGeom>
          <a:solidFill xmlns:a="http://schemas.openxmlformats.org/drawingml/2006/main">
            <a:srgbClr val="F9EFDF"/>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Verify</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Xác minh khi mâu thuẫn</a:t>
            </a:r>
          </a:p>
        </p:txBody>
      </p:sp>
      <p:sp>
        <p:nvSpPr>
          <p:cNvPr id="10" name="">
            <a:extLst xmlns:a="http://schemas.openxmlformats.org/drawingml/2006/main">
              <a:ext uri="{FF2B5EF4-FFF2-40B4-BE49-F238E27FC236}">
                <a16:creationId xmlns:a16="http://schemas.microsoft.com/office/drawing/2014/main" id="{88E581BD-39CB-4B5A-A688-B7686CB6232F}"/>
              </a:ext>
            </a:extLst>
          </p:cNvPr>
          <p:cNvSpPr>
            <a:spLocks xmlns:a="http://schemas.openxmlformats.org/drawingml/2006/main" noGrp="1"/>
          </p:cNvSpPr>
          <p:nvPr/>
        </p:nvSpPr>
        <p:spPr>
          <a:xfrm xmlns:a="http://schemas.openxmlformats.org/drawingml/2006/main">
            <a:off x="609600" y="3790950"/>
            <a:ext cx="714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xmlns:a="http://schemas.openxmlformats.org/drawingml/2006/main">
            <a:pPr algn="l">
              <a:lnSpc>
                <a:spcPct val="108000"/>
              </a:lnSpc>
              <a:buNone/>
              <a:defRPr sz="2175" b="1">
                <a:solidFill>
                  <a:srgbClr val="192F43"/>
                </a:solidFill>
                <a:latin typeface="Arial"/>
                <a:ea typeface="Arial"/>
                <a:cs typeface="Arial"/>
              </a:defRPr>
            </a:pPr>
            <a:r>
              <a:rPr sz="2175" b="1">
                <a:solidFill>
                  <a:srgbClr val="192F43"/>
                </a:solidFill>
                <a:latin typeface="Arial"/>
                <a:ea typeface="Arial"/>
                <a:cs typeface="Arial"/>
              </a:rPr>
              <a:t>Bằng chứng kỹ thuật</a:t>
            </a:r>
          </a:p>
        </p:txBody>
      </p:sp>
      <p:sp>
        <p:nvSpPr>
          <p:cNvPr id="11" name="">
            <a:extLst xmlns:a="http://schemas.openxmlformats.org/drawingml/2006/main">
              <a:ext uri="{FF2B5EF4-FFF2-40B4-BE49-F238E27FC236}">
                <a16:creationId xmlns:a16="http://schemas.microsoft.com/office/drawing/2014/main" id="{C92C25E4-F5D5-4706-A9D1-B576139AFFCF}"/>
              </a:ext>
            </a:extLst>
          </p:cNvPr>
          <p:cNvSpPr>
            <a:spLocks xmlns:a="http://schemas.openxmlformats.org/drawingml/2006/main" noGrp="1"/>
          </p:cNvSpPr>
          <p:nvPr/>
        </p:nvSpPr>
        <p:spPr>
          <a:xfrm xmlns:a="http://schemas.openxmlformats.org/drawingml/2006/main">
            <a:off x="609600" y="4248150"/>
            <a:ext cx="714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Sáng, nhiễu, nét, màu và clipping</a:t>
            </a:r>
          </a:p>
        </p:txBody>
      </p:sp>
      <p:sp>
        <p:nvSpPr>
          <p:cNvPr id="12" name="">
            <a:extLst xmlns:a="http://schemas.openxmlformats.org/drawingml/2006/main">
              <a:ext uri="{FF2B5EF4-FFF2-40B4-BE49-F238E27FC236}">
                <a16:creationId xmlns:a16="http://schemas.microsoft.com/office/drawing/2014/main" id="{B5C0F22D-2F56-4284-9200-072397208DC7}"/>
              </a:ext>
            </a:extLst>
          </p:cNvPr>
          <p:cNvSpPr>
            <a:spLocks xmlns:a="http://schemas.openxmlformats.org/drawingml/2006/main" noGrp="1"/>
          </p:cNvSpPr>
          <p:nvPr/>
        </p:nvSpPr>
        <p:spPr>
          <a:xfrm xmlns:a="http://schemas.openxmlformats.org/drawingml/2006/main">
            <a:off x="609600" y="52863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67C83"/>
                </a:solidFill>
                <a:latin typeface="Arial"/>
                <a:ea typeface="Arial"/>
                <a:cs typeface="Arial"/>
              </a:defRPr>
            </a:defPPr>
            <a:lvl1pPr algn="l">
              <a:defRPr sz="2175" b="1">
                <a:solidFill>
                  <a:srgbClr val="267C83"/>
                </a:solidFill>
                <a:latin typeface="Arial"/>
                <a:ea typeface="Arial"/>
                <a:cs typeface="Arial"/>
              </a:defRPr>
            </a:lvl1pPr>
            <a:lvl2pPr algn="l">
              <a:defRPr sz="2175" b="1">
                <a:solidFill>
                  <a:srgbClr val="267C83"/>
                </a:solidFill>
                <a:latin typeface="Arial"/>
                <a:ea typeface="Arial"/>
                <a:cs typeface="Arial"/>
              </a:defRPr>
            </a:lvl2pPr>
            <a:lvl3pPr algn="l">
              <a:defRPr sz="2175" b="1">
                <a:solidFill>
                  <a:srgbClr val="267C83"/>
                </a:solidFill>
                <a:latin typeface="Arial"/>
                <a:ea typeface="Arial"/>
                <a:cs typeface="Arial"/>
              </a:defRPr>
            </a:lvl3pPr>
            <a:lvl4pPr algn="l">
              <a:defRPr sz="2175" b="1">
                <a:solidFill>
                  <a:srgbClr val="267C83"/>
                </a:solidFill>
                <a:latin typeface="Arial"/>
                <a:ea typeface="Arial"/>
                <a:cs typeface="Arial"/>
              </a:defRPr>
            </a:lvl4pPr>
            <a:lvl5pPr algn="l">
              <a:defRPr sz="2175" b="1">
                <a:solidFill>
                  <a:srgbClr val="267C83"/>
                </a:solidFill>
                <a:latin typeface="Arial"/>
                <a:ea typeface="Arial"/>
                <a:cs typeface="Arial"/>
              </a:defRPr>
            </a:lvl5pPr>
            <a:lvl6pPr algn="l">
              <a:defRPr sz="2175" b="1">
                <a:solidFill>
                  <a:srgbClr val="267C83"/>
                </a:solidFill>
                <a:latin typeface="Arial"/>
                <a:ea typeface="Arial"/>
                <a:cs typeface="Arial"/>
              </a:defRPr>
            </a:lvl6pPr>
            <a:lvl7pPr algn="l">
              <a:defRPr sz="2175" b="1">
                <a:solidFill>
                  <a:srgbClr val="267C83"/>
                </a:solidFill>
                <a:latin typeface="Arial"/>
                <a:ea typeface="Arial"/>
                <a:cs typeface="Arial"/>
              </a:defRPr>
            </a:lvl7pPr>
            <a:lvl8pPr algn="l">
              <a:defRPr sz="2175" b="1">
                <a:solidFill>
                  <a:srgbClr val="267C83"/>
                </a:solidFill>
                <a:latin typeface="Arial"/>
                <a:ea typeface="Arial"/>
                <a:cs typeface="Arial"/>
              </a:defRPr>
            </a:lvl8pPr>
            <a:lvl9pPr algn="l">
              <a:defRPr sz="2175" b="1">
                <a:solidFill>
                  <a:srgbClr val="267C83"/>
                </a:solidFill>
                <a:latin typeface="Arial"/>
                <a:ea typeface="Arial"/>
                <a:cs typeface="Arial"/>
              </a:defRPr>
            </a:lvl9pPr>
          </a:lstStyle>
          <a:p xmlns:a="http://schemas.openxmlformats.org/drawingml/2006/main">
            <a:pPr algn="l">
              <a:lnSpc>
                <a:spcPct val="108000"/>
              </a:lnSpc>
              <a:buNone/>
              <a:defRPr sz="2175" b="1">
                <a:solidFill>
                  <a:srgbClr val="267C83"/>
                </a:solidFill>
                <a:latin typeface="Arial"/>
                <a:ea typeface="Arial"/>
                <a:cs typeface="Arial"/>
              </a:defRPr>
            </a:pPr>
            <a:r>
              <a:rPr sz="2175" b="1">
                <a:solidFill>
                  <a:srgbClr val="267C83"/>
                </a:solidFill>
                <a:latin typeface="Arial"/>
                <a:ea typeface="Arial"/>
                <a:cs typeface="Arial"/>
              </a:rPr>
              <a:t>Giữ đặc điểm có chủ ý như nền xóa phông hoặc tông ấm</a:t>
            </a:r>
          </a:p>
        </p:txBody>
      </p:sp>
      <p:sp>
        <p:nvSpPr>
          <p:cNvPr id="13" name="">
            <a:extLst xmlns:a="http://schemas.openxmlformats.org/drawingml/2006/main">
              <a:ext uri="{FF2B5EF4-FFF2-40B4-BE49-F238E27FC236}">
                <a16:creationId xmlns:a16="http://schemas.microsoft.com/office/drawing/2014/main" id="{5C13A016-C9CA-42C1-88E1-D9185BA04989}"/>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Severity 0–3. Mặc định một mẫu Perceive. Vòng sau ưu tiên đo lại.</a:t>
            </a:r>
          </a:p>
        </p:txBody>
      </p:sp>
    </p:spTree>
    <p:extLst>
      <p:ext uri="{BB962C8B-B14F-4D97-AF65-F5344CB8AC3E}">
        <p14:creationId xmlns:p14="http://schemas.microsoft.com/office/powerpoint/2010/main" val="10482731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0FD168D4-20FF-4AD1-9142-E59C676C0A7E}"/>
              </a:ext>
            </a:extLst>
          </p:cNvPr>
          <p:cNvCxnSpPr>
            <a:stCxn xmlns:a="http://schemas.openxmlformats.org/drawingml/2006/main" id="4" idx="3"/>
            <a:endCxn xmlns:a="http://schemas.openxmlformats.org/drawingml/2006/main" id="5" idx="1"/>
          </p:cNvCxnSpPr>
          <p:nvPr/>
        </p:nvCxnSpPr>
        <p:spPr>
          <a:xfrm xmlns:a="http://schemas.openxmlformats.org/drawingml/2006/main">
            <a:off x="7620000" y="2381250"/>
            <a:ext cx="914400" cy="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6" name="">
            <a:extLst xmlns:a="http://schemas.openxmlformats.org/drawingml/2006/main">
              <a:ext uri="{FF2B5EF4-FFF2-40B4-BE49-F238E27FC236}">
                <a16:creationId xmlns:a16="http://schemas.microsoft.com/office/drawing/2014/main" id="{F256325E-DD7D-49B6-918E-147D379541D5}"/>
              </a:ext>
            </a:extLst>
          </p:cNvPr>
          <p:cNvCxnSpPr>
            <a:stCxn xmlns:a="http://schemas.openxmlformats.org/drawingml/2006/main" id="3" idx="3"/>
            <a:endCxn xmlns:a="http://schemas.openxmlformats.org/drawingml/2006/main" id="4" idx="1"/>
          </p:cNvCxnSpPr>
          <p:nvPr/>
        </p:nvCxnSpPr>
        <p:spPr>
          <a:xfrm xmlns:a="http://schemas.openxmlformats.org/drawingml/2006/main">
            <a:off x="3657600" y="2381250"/>
            <a:ext cx="914400" cy="0"/>
          </a:xfrm>
          <a:prstGeom xmlns:a="http://schemas.openxmlformats.org/drawingml/2006/main" prst="straightConnector1">
            <a:avLst/>
          </a:prstGeom>
          <a:ln xmlns:a="http://schemas.openxmlformats.org/drawingml/2006/main" w="19050">
            <a:solidFill>
              <a:srgbClr val="617E8F"/>
            </a:solidFill>
            <a:tailEnd type="triangle" w="med" len="med"/>
          </a:ln>
        </p:spPr>
      </p:cxnSp>
      <p:sp>
        <p:nvSpPr>
          <p:cNvPr id="11" name="">
            <a:extLst xmlns:a="http://schemas.openxmlformats.org/drawingml/2006/main">
              <a:ext uri="{FF2B5EF4-FFF2-40B4-BE49-F238E27FC236}">
                <a16:creationId xmlns:a16="http://schemas.microsoft.com/office/drawing/2014/main" id="{E5F2139F-2484-46EB-9089-5319148EDD98}"/>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Kế hoạch JSON qua bước kiểm tra</a:t>
            </a:r>
          </a:p>
        </p:txBody>
      </p:sp>
      <p:sp>
        <p:nvSpPr>
          <p:cNvPr id="2" name="">
            <a:extLst xmlns:a="http://schemas.openxmlformats.org/drawingml/2006/main">
              <a:ext uri="{FF2B5EF4-FFF2-40B4-BE49-F238E27FC236}">
                <a16:creationId xmlns:a16="http://schemas.microsoft.com/office/drawing/2014/main" id="{7F4B1E5A-293F-4130-86E3-612A0409D4A1}"/>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BB9D959-7CEB-4CFB-8CE5-1F549BAEE781}"/>
              </a:ext>
            </a:extLst>
          </p:cNvPr>
          <p:cNvSpPr>
            <a:spLocks xmlns:a="http://schemas.openxmlformats.org/drawingml/2006/main" noGrp="1"/>
          </p:cNvSpPr>
          <p:nvPr/>
        </p:nvSpPr>
        <p:spPr>
          <a:xfrm xmlns:a="http://schemas.openxmlformats.org/drawingml/2006/main">
            <a:off x="609600" y="1666875"/>
            <a:ext cx="3048000" cy="142875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Ngữ cảnh</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Chẩn đoán, ý định</a:t>
            </a:r>
            <a:br>
              <a:rPr sz="1800">
                <a:solidFill>
                  <a:srgbClr val="192F43"/>
                </a:solidFill>
                <a:latin typeface="Arial"/>
                <a:ea typeface="Arial"/>
                <a:cs typeface="Arial"/>
              </a:rPr>
            </a:br>
            <a:r>
              <a:rPr sz="1800">
                <a:solidFill>
                  <a:srgbClr val="192F43"/>
                </a:solidFill>
                <a:latin typeface="Arial"/>
                <a:ea typeface="Arial"/>
                <a:cs typeface="Arial"/>
              </a:rPr>
              <a:t>Tri thức và lịch sử</a:t>
            </a:r>
          </a:p>
        </p:txBody>
      </p:sp>
      <p:sp>
        <p:nvSpPr>
          <p:cNvPr id="4" name="">
            <a:extLst xmlns:a="http://schemas.openxmlformats.org/drawingml/2006/main">
              <a:ext uri="{FF2B5EF4-FFF2-40B4-BE49-F238E27FC236}">
                <a16:creationId xmlns:a16="http://schemas.microsoft.com/office/drawing/2014/main" id="{77B67E52-C344-4052-B1B4-8518D6C68343}"/>
              </a:ext>
            </a:extLst>
          </p:cNvPr>
          <p:cNvSpPr>
            <a:spLocks xmlns:a="http://schemas.openxmlformats.org/drawingml/2006/main" noGrp="1"/>
          </p:cNvSpPr>
          <p:nvPr/>
        </p:nvSpPr>
        <p:spPr>
          <a:xfrm xmlns:a="http://schemas.openxmlformats.org/drawingml/2006/main">
            <a:off x="4572000" y="1666875"/>
            <a:ext cx="3048000" cy="142875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Gemini Plan</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Lý do, vùng, công cụ</a:t>
            </a:r>
            <a:br>
              <a:rPr sz="1800">
                <a:solidFill>
                  <a:srgbClr val="192F43"/>
                </a:solidFill>
                <a:latin typeface="Arial"/>
                <a:ea typeface="Arial"/>
                <a:cs typeface="Arial"/>
              </a:rPr>
            </a:br>
            <a:r>
              <a:rPr sz="1800">
                <a:solidFill>
                  <a:srgbClr val="192F43"/>
                </a:solidFill>
                <a:latin typeface="Arial"/>
                <a:ea typeface="Arial"/>
                <a:cs typeface="Arial"/>
              </a:rPr>
              <a:t>Tham số theo schema</a:t>
            </a:r>
          </a:p>
        </p:txBody>
      </p:sp>
      <p:sp>
        <p:nvSpPr>
          <p:cNvPr id="5" name="">
            <a:extLst xmlns:a="http://schemas.openxmlformats.org/drawingml/2006/main">
              <a:ext uri="{FF2B5EF4-FFF2-40B4-BE49-F238E27FC236}">
                <a16:creationId xmlns:a16="http://schemas.microsoft.com/office/drawing/2014/main" id="{C462EB2D-9452-42C1-BA6F-1F29A87CCCC3}"/>
              </a:ext>
            </a:extLst>
          </p:cNvPr>
          <p:cNvSpPr>
            <a:spLocks xmlns:a="http://schemas.openxmlformats.org/drawingml/2006/main" noGrp="1"/>
          </p:cNvSpPr>
          <p:nvPr/>
        </p:nvSpPr>
        <p:spPr>
          <a:xfrm xmlns:a="http://schemas.openxmlformats.org/drawingml/2006/main">
            <a:off x="8534400" y="1666875"/>
            <a:ext cx="3048000" cy="1428750"/>
          </a:xfrm>
          <a:prstGeom xmlns:a="http://schemas.openxmlformats.org/drawingml/2006/main" prst="rect">
            <a:avLst/>
          </a:prstGeom>
          <a:solidFill xmlns:a="http://schemas.openxmlformats.org/drawingml/2006/main">
            <a:srgbClr val="F9EFDF"/>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Validator</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5 công cụ hợp lệ</a:t>
            </a:r>
            <a:br>
              <a:rPr sz="1800">
                <a:solidFill>
                  <a:srgbClr val="192F43"/>
                </a:solidFill>
                <a:latin typeface="Arial"/>
                <a:ea typeface="Arial"/>
                <a:cs typeface="Arial"/>
              </a:rPr>
            </a:br>
            <a:r>
              <a:rPr sz="1800">
                <a:solidFill>
                  <a:srgbClr val="192F43"/>
                </a:solidFill>
                <a:latin typeface="Arial"/>
                <a:ea typeface="Arial"/>
                <a:cs typeface="Arial"/>
              </a:rPr>
              <a:t>Kẹp tham số</a:t>
            </a:r>
          </a:p>
        </p:txBody>
      </p:sp>
      <p:sp>
        <p:nvSpPr>
          <p:cNvPr id="8" name="">
            <a:extLst xmlns:a="http://schemas.openxmlformats.org/drawingml/2006/main">
              <a:ext uri="{FF2B5EF4-FFF2-40B4-BE49-F238E27FC236}">
                <a16:creationId xmlns:a16="http://schemas.microsoft.com/office/drawing/2014/main" id="{F1F95DAF-7168-4F1F-8582-3A23CFBAD7AE}"/>
              </a:ext>
            </a:extLst>
          </p:cNvPr>
          <p:cNvSpPr>
            <a:spLocks xmlns:a="http://schemas.openxmlformats.org/drawingml/2006/main" noGrp="1"/>
          </p:cNvSpPr>
          <p:nvPr/>
        </p:nvSpPr>
        <p:spPr>
          <a:xfrm xmlns:a="http://schemas.openxmlformats.org/drawingml/2006/main">
            <a:off x="609600" y="3886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67C83"/>
                </a:solidFill>
                <a:latin typeface="Arial"/>
                <a:ea typeface="Arial"/>
                <a:cs typeface="Arial"/>
              </a:defRPr>
            </a:defPPr>
            <a:lvl1pPr algn="l">
              <a:defRPr sz="2400" b="1">
                <a:solidFill>
                  <a:srgbClr val="267C83"/>
                </a:solidFill>
                <a:latin typeface="Arial"/>
                <a:ea typeface="Arial"/>
                <a:cs typeface="Arial"/>
              </a:defRPr>
            </a:lvl1pPr>
            <a:lvl2pPr algn="l">
              <a:defRPr sz="2400" b="1">
                <a:solidFill>
                  <a:srgbClr val="267C83"/>
                </a:solidFill>
                <a:latin typeface="Arial"/>
                <a:ea typeface="Arial"/>
                <a:cs typeface="Arial"/>
              </a:defRPr>
            </a:lvl2pPr>
            <a:lvl3pPr algn="l">
              <a:defRPr sz="2400" b="1">
                <a:solidFill>
                  <a:srgbClr val="267C83"/>
                </a:solidFill>
                <a:latin typeface="Arial"/>
                <a:ea typeface="Arial"/>
                <a:cs typeface="Arial"/>
              </a:defRPr>
            </a:lvl3pPr>
            <a:lvl4pPr algn="l">
              <a:defRPr sz="2400" b="1">
                <a:solidFill>
                  <a:srgbClr val="267C83"/>
                </a:solidFill>
                <a:latin typeface="Arial"/>
                <a:ea typeface="Arial"/>
                <a:cs typeface="Arial"/>
              </a:defRPr>
            </a:lvl4pPr>
            <a:lvl5pPr algn="l">
              <a:defRPr sz="2400" b="1">
                <a:solidFill>
                  <a:srgbClr val="267C83"/>
                </a:solidFill>
                <a:latin typeface="Arial"/>
                <a:ea typeface="Arial"/>
                <a:cs typeface="Arial"/>
              </a:defRPr>
            </a:lvl5pPr>
            <a:lvl6pPr algn="l">
              <a:defRPr sz="2400" b="1">
                <a:solidFill>
                  <a:srgbClr val="267C83"/>
                </a:solidFill>
                <a:latin typeface="Arial"/>
                <a:ea typeface="Arial"/>
                <a:cs typeface="Arial"/>
              </a:defRPr>
            </a:lvl6pPr>
            <a:lvl7pPr algn="l">
              <a:defRPr sz="2400" b="1">
                <a:solidFill>
                  <a:srgbClr val="267C83"/>
                </a:solidFill>
                <a:latin typeface="Arial"/>
                <a:ea typeface="Arial"/>
                <a:cs typeface="Arial"/>
              </a:defRPr>
            </a:lvl7pPr>
            <a:lvl8pPr algn="l">
              <a:defRPr sz="2400" b="1">
                <a:solidFill>
                  <a:srgbClr val="267C83"/>
                </a:solidFill>
                <a:latin typeface="Arial"/>
                <a:ea typeface="Arial"/>
                <a:cs typeface="Arial"/>
              </a:defRPr>
            </a:lvl8pPr>
            <a:lvl9pPr algn="l">
              <a:defRPr sz="2400" b="1">
                <a:solidFill>
                  <a:srgbClr val="267C83"/>
                </a:solidFill>
                <a:latin typeface="Arial"/>
                <a:ea typeface="Arial"/>
                <a:cs typeface="Arial"/>
              </a:defRPr>
            </a:lvl9pPr>
          </a:lstStyle>
          <a:p xmlns:a="http://schemas.openxmlformats.org/drawingml/2006/main">
            <a:pPr algn="l">
              <a:lnSpc>
                <a:spcPct val="108000"/>
              </a:lnSpc>
              <a:buNone/>
              <a:defRPr sz="2400" b="1">
                <a:solidFill>
                  <a:srgbClr val="267C83"/>
                </a:solidFill>
                <a:latin typeface="Arial"/>
                <a:ea typeface="Arial"/>
                <a:cs typeface="Arial"/>
              </a:defRPr>
            </a:pPr>
            <a:r>
              <a:rPr sz="2400" b="1">
                <a:solidFill>
                  <a:srgbClr val="267C83"/>
                </a:solidFill>
                <a:latin typeface="Arial"/>
                <a:ea typeface="Arial"/>
                <a:cs typeface="Arial"/>
              </a:rPr>
              <a:t>Thứ tự thực thi cố định</a:t>
            </a:r>
          </a:p>
        </p:txBody>
      </p:sp>
      <p:sp>
        <p:nvSpPr>
          <p:cNvPr id="9" name="">
            <a:extLst xmlns:a="http://schemas.openxmlformats.org/drawingml/2006/main">
              <a:ext uri="{FF2B5EF4-FFF2-40B4-BE49-F238E27FC236}">
                <a16:creationId xmlns:a16="http://schemas.microsoft.com/office/drawing/2014/main" id="{5980DDD2-B1B9-4F7B-B269-24A75D9EF65C}"/>
              </a:ext>
            </a:extLst>
          </p:cNvPr>
          <p:cNvSpPr>
            <a:spLocks xmlns:a="http://schemas.openxmlformats.org/drawingml/2006/main" noGrp="1"/>
          </p:cNvSpPr>
          <p:nvPr/>
        </p:nvSpPr>
        <p:spPr>
          <a:xfrm xmlns:a="http://schemas.openxmlformats.org/drawingml/2006/main">
            <a:off x="609600" y="45815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2F43"/>
                </a:solidFill>
                <a:latin typeface="Arial"/>
                <a:ea typeface="Arial"/>
                <a:cs typeface="Arial"/>
              </a:defRPr>
            </a:defPPr>
            <a:lvl1pPr algn="l">
              <a:defRPr sz="2175" b="0">
                <a:solidFill>
                  <a:srgbClr val="192F43"/>
                </a:solidFill>
                <a:latin typeface="Arial"/>
                <a:ea typeface="Arial"/>
                <a:cs typeface="Arial"/>
              </a:defRPr>
            </a:lvl1pPr>
            <a:lvl2pPr algn="l">
              <a:defRPr sz="2175" b="0">
                <a:solidFill>
                  <a:srgbClr val="192F43"/>
                </a:solidFill>
                <a:latin typeface="Arial"/>
                <a:ea typeface="Arial"/>
                <a:cs typeface="Arial"/>
              </a:defRPr>
            </a:lvl2pPr>
            <a:lvl3pPr algn="l">
              <a:defRPr sz="2175" b="0">
                <a:solidFill>
                  <a:srgbClr val="192F43"/>
                </a:solidFill>
                <a:latin typeface="Arial"/>
                <a:ea typeface="Arial"/>
                <a:cs typeface="Arial"/>
              </a:defRPr>
            </a:lvl3pPr>
            <a:lvl4pPr algn="l">
              <a:defRPr sz="2175" b="0">
                <a:solidFill>
                  <a:srgbClr val="192F43"/>
                </a:solidFill>
                <a:latin typeface="Arial"/>
                <a:ea typeface="Arial"/>
                <a:cs typeface="Arial"/>
              </a:defRPr>
            </a:lvl4pPr>
            <a:lvl5pPr algn="l">
              <a:defRPr sz="2175" b="0">
                <a:solidFill>
                  <a:srgbClr val="192F43"/>
                </a:solidFill>
                <a:latin typeface="Arial"/>
                <a:ea typeface="Arial"/>
                <a:cs typeface="Arial"/>
              </a:defRPr>
            </a:lvl5pPr>
            <a:lvl6pPr algn="l">
              <a:defRPr sz="2175" b="0">
                <a:solidFill>
                  <a:srgbClr val="192F43"/>
                </a:solidFill>
                <a:latin typeface="Arial"/>
                <a:ea typeface="Arial"/>
                <a:cs typeface="Arial"/>
              </a:defRPr>
            </a:lvl6pPr>
            <a:lvl7pPr algn="l">
              <a:defRPr sz="2175" b="0">
                <a:solidFill>
                  <a:srgbClr val="192F43"/>
                </a:solidFill>
                <a:latin typeface="Arial"/>
                <a:ea typeface="Arial"/>
                <a:cs typeface="Arial"/>
              </a:defRPr>
            </a:lvl7pPr>
            <a:lvl8pPr algn="l">
              <a:defRPr sz="2175" b="0">
                <a:solidFill>
                  <a:srgbClr val="192F43"/>
                </a:solidFill>
                <a:latin typeface="Arial"/>
                <a:ea typeface="Arial"/>
                <a:cs typeface="Arial"/>
              </a:defRPr>
            </a:lvl8pPr>
            <a:lvl9pPr algn="l">
              <a:defRPr sz="2175" b="0">
                <a:solidFill>
                  <a:srgbClr val="192F43"/>
                </a:solidFill>
                <a:latin typeface="Arial"/>
                <a:ea typeface="Arial"/>
                <a:cs typeface="Arial"/>
              </a:defRPr>
            </a:lvl9pPr>
          </a:lstStyle>
          <a:p xmlns:a="http://schemas.openxmlformats.org/drawingml/2006/main">
            <a:pPr algn="l">
              <a:lnSpc>
                <a:spcPct val="108000"/>
              </a:lnSpc>
              <a:buNone/>
              <a:defRPr sz="2175" b="0">
                <a:solidFill>
                  <a:srgbClr val="192F43"/>
                </a:solidFill>
                <a:latin typeface="Arial"/>
                <a:ea typeface="Arial"/>
                <a:cs typeface="Arial"/>
              </a:defRPr>
            </a:pPr>
            <a:r>
              <a:rPr sz="2175" b="0">
                <a:solidFill>
                  <a:srgbClr val="192F43"/>
                </a:solidFill>
                <a:latin typeface="Arial"/>
                <a:ea typeface="Arial"/>
                <a:cs typeface="Arial"/>
              </a:rPr>
              <a:t>Denoise   →   Gamma   →   CLAHE   →   Sharpen   →   Color</a:t>
            </a:r>
          </a:p>
        </p:txBody>
      </p:sp>
      <p:sp>
        <p:nvSpPr>
          <p:cNvPr id="10" name="">
            <a:extLst xmlns:a="http://schemas.openxmlformats.org/drawingml/2006/main">
              <a:ext uri="{FF2B5EF4-FFF2-40B4-BE49-F238E27FC236}">
                <a16:creationId xmlns:a16="http://schemas.microsoft.com/office/drawing/2014/main" id="{D4F51D0F-CE3A-4393-8711-7318B2B9BBEB}"/>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Structured JSON mô tả kế hoạch. Python kiểm tra rồi mới gọi hàm xử lý.</a:t>
            </a:r>
          </a:p>
        </p:txBody>
      </p:sp>
    </p:spTree>
    <p:extLst>
      <p:ext uri="{BB962C8B-B14F-4D97-AF65-F5344CB8AC3E}">
        <p14:creationId xmlns:p14="http://schemas.microsoft.com/office/powerpoint/2010/main" val="3995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35B1F5-9ED5-4D26-AC15-27BC02B18A91}"/>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Mặt nạ giới hạn vùng cần chỉnh</a:t>
            </a:r>
          </a:p>
        </p:txBody>
      </p:sp>
      <p:sp>
        <p:nvSpPr>
          <p:cNvPr id="2" name="">
            <a:extLst xmlns:a="http://schemas.openxmlformats.org/drawingml/2006/main">
              <a:ext uri="{FF2B5EF4-FFF2-40B4-BE49-F238E27FC236}">
                <a16:creationId xmlns:a16="http://schemas.microsoft.com/office/drawing/2014/main" id="{3B57FE03-CB03-4B66-ADB0-9AE1599C7149}"/>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15931E3D-59B3-4270-B8EE-4C03C3714B0A}"/>
              </a:ext>
            </a:extLst>
          </p:cNvPr>
          <p:cNvPicPr>
            <a:picLocks xmlns:a="http://schemas.openxmlformats.org/drawingml/2006/main" noChangeAspect="1"/>
          </p:cNvPicPr>
          <p:nvPr/>
        </p:nvPicPr>
        <p:blipFill>
          <a:blip xmlns:r="http://schemas.openxmlformats.org/officeDocument/2006/relationships" xmlns:a="http://schemas.openxmlformats.org/drawingml/2006/main" r:embed="Re8690dc376f04db8"/>
          <a:stretch xmlns:a="http://schemas.openxmlformats.org/drawingml/2006/main"/>
        </p:blipFill>
        <p:spPr>
          <a:xfrm xmlns:a="http://schemas.openxmlformats.org/drawingml/2006/main">
            <a:off x="609600" y="1512818"/>
            <a:ext cx="10972800" cy="327991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D991D3-0C46-4602-B3DE-75D85BD40097}"/>
              </a:ext>
            </a:extLst>
          </p:cNvPr>
          <p:cNvSpPr>
            <a:spLocks xmlns:a="http://schemas.openxmlformats.org/drawingml/2006/main" noGrp="1"/>
          </p:cNvSpPr>
          <p:nvPr/>
        </p:nvSpPr>
        <p:spPr>
          <a:xfrm xmlns:a="http://schemas.openxmlformats.org/drawingml/2006/main">
            <a:off x="609600" y="50577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67C83"/>
                </a:solidFill>
                <a:latin typeface="Arial"/>
                <a:ea typeface="Arial"/>
                <a:cs typeface="Arial"/>
              </a:defRPr>
            </a:defPPr>
            <a:lvl1pPr algn="l">
              <a:defRPr sz="2325" b="1">
                <a:solidFill>
                  <a:srgbClr val="267C83"/>
                </a:solidFill>
                <a:latin typeface="Arial"/>
                <a:ea typeface="Arial"/>
                <a:cs typeface="Arial"/>
              </a:defRPr>
            </a:lvl1pPr>
            <a:lvl2pPr algn="l">
              <a:defRPr sz="2325" b="1">
                <a:solidFill>
                  <a:srgbClr val="267C83"/>
                </a:solidFill>
                <a:latin typeface="Arial"/>
                <a:ea typeface="Arial"/>
                <a:cs typeface="Arial"/>
              </a:defRPr>
            </a:lvl2pPr>
            <a:lvl3pPr algn="l">
              <a:defRPr sz="2325" b="1">
                <a:solidFill>
                  <a:srgbClr val="267C83"/>
                </a:solidFill>
                <a:latin typeface="Arial"/>
                <a:ea typeface="Arial"/>
                <a:cs typeface="Arial"/>
              </a:defRPr>
            </a:lvl3pPr>
            <a:lvl4pPr algn="l">
              <a:defRPr sz="2325" b="1">
                <a:solidFill>
                  <a:srgbClr val="267C83"/>
                </a:solidFill>
                <a:latin typeface="Arial"/>
                <a:ea typeface="Arial"/>
                <a:cs typeface="Arial"/>
              </a:defRPr>
            </a:lvl4pPr>
            <a:lvl5pPr algn="l">
              <a:defRPr sz="2325" b="1">
                <a:solidFill>
                  <a:srgbClr val="267C83"/>
                </a:solidFill>
                <a:latin typeface="Arial"/>
                <a:ea typeface="Arial"/>
                <a:cs typeface="Arial"/>
              </a:defRPr>
            </a:lvl5pPr>
            <a:lvl6pPr algn="l">
              <a:defRPr sz="2325" b="1">
                <a:solidFill>
                  <a:srgbClr val="267C83"/>
                </a:solidFill>
                <a:latin typeface="Arial"/>
                <a:ea typeface="Arial"/>
                <a:cs typeface="Arial"/>
              </a:defRPr>
            </a:lvl6pPr>
            <a:lvl7pPr algn="l">
              <a:defRPr sz="2325" b="1">
                <a:solidFill>
                  <a:srgbClr val="267C83"/>
                </a:solidFill>
                <a:latin typeface="Arial"/>
                <a:ea typeface="Arial"/>
                <a:cs typeface="Arial"/>
              </a:defRPr>
            </a:lvl7pPr>
            <a:lvl8pPr algn="l">
              <a:defRPr sz="2325" b="1">
                <a:solidFill>
                  <a:srgbClr val="267C83"/>
                </a:solidFill>
                <a:latin typeface="Arial"/>
                <a:ea typeface="Arial"/>
                <a:cs typeface="Arial"/>
              </a:defRPr>
            </a:lvl8pPr>
            <a:lvl9pPr algn="l">
              <a:defRPr sz="2325" b="1">
                <a:solidFill>
                  <a:srgbClr val="267C83"/>
                </a:solidFill>
                <a:latin typeface="Arial"/>
                <a:ea typeface="Arial"/>
                <a:cs typeface="Arial"/>
              </a:defRPr>
            </a:lvl9pPr>
          </a:lstStyle>
          <a:p xmlns:a="http://schemas.openxmlformats.org/drawingml/2006/main">
            <a:pPr algn="l">
              <a:lnSpc>
                <a:spcPct val="108000"/>
              </a:lnSpc>
              <a:buNone/>
              <a:defRPr sz="2325" b="1">
                <a:solidFill>
                  <a:srgbClr val="267C83"/>
                </a:solidFill>
                <a:latin typeface="Arial"/>
                <a:ea typeface="Arial"/>
                <a:cs typeface="Arial"/>
              </a:defRPr>
            </a:pPr>
            <a:r>
              <a:rPr sz="2325" b="1">
                <a:solidFill>
                  <a:srgbClr val="267C83"/>
                </a:solidFill>
                <a:latin typeface="Arial"/>
                <a:ea typeface="Arial"/>
                <a:cs typeface="Arial"/>
              </a:rPr>
              <a:t>I kết quả = M × I xử lý + (1 − M) × I trước</a:t>
            </a:r>
          </a:p>
        </p:txBody>
      </p:sp>
      <p:sp>
        <p:nvSpPr>
          <p:cNvPr id="5" name="">
            <a:extLst xmlns:a="http://schemas.openxmlformats.org/drawingml/2006/main">
              <a:ext uri="{FF2B5EF4-FFF2-40B4-BE49-F238E27FC236}">
                <a16:creationId xmlns:a16="http://schemas.microsoft.com/office/drawing/2014/main" id="{076FF68D-4C3B-421B-8159-D3108729BCB6}"/>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Mask oval trên hình được vẽ tay để minh họa. Hệ thống có MediaPipe, SAM và GrabCut tùy điều kiện.</a:t>
            </a:r>
          </a:p>
        </p:txBody>
      </p:sp>
    </p:spTree>
    <p:extLst>
      <p:ext uri="{BB962C8B-B14F-4D97-AF65-F5344CB8AC3E}">
        <p14:creationId xmlns:p14="http://schemas.microsoft.com/office/powerpoint/2010/main" val="8198456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3781461-B90A-4F74-B18D-75239767D565}"/>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Khử nhiễu và giữ chi tiết</a:t>
            </a:r>
          </a:p>
        </p:txBody>
      </p:sp>
      <p:sp>
        <p:nvSpPr>
          <p:cNvPr id="2" name="">
            <a:extLst xmlns:a="http://schemas.openxmlformats.org/drawingml/2006/main">
              <a:ext uri="{FF2B5EF4-FFF2-40B4-BE49-F238E27FC236}">
                <a16:creationId xmlns:a16="http://schemas.microsoft.com/office/drawing/2014/main" id="{98FAB72F-13F7-43F9-8AE0-1A0F01CE8635}"/>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7ADE2C32-DCAB-4288-9C44-1282588116B2}"/>
              </a:ext>
            </a:extLst>
          </p:cNvPr>
          <p:cNvPicPr>
            <a:picLocks xmlns:a="http://schemas.openxmlformats.org/drawingml/2006/main" noChangeAspect="1"/>
          </p:cNvPicPr>
          <p:nvPr/>
        </p:nvPicPr>
        <p:blipFill>
          <a:blip xmlns:r="http://schemas.openxmlformats.org/officeDocument/2006/relationships" xmlns:a="http://schemas.openxmlformats.org/drawingml/2006/main" r:embed="R65bb8a60231d416c"/>
          <a:srcRect xmlns:a="http://schemas.openxmlformats.org/drawingml/2006/main" l="933" t="1186" r="67600" b="58814"/>
          <a:stretch xmlns:a="http://schemas.openxmlformats.org/drawingml/2006/main"/>
        </p:blipFill>
        <p:spPr>
          <a:xfrm xmlns:a="http://schemas.openxmlformats.org/drawingml/2006/main">
            <a:off x="609600" y="1619250"/>
            <a:ext cx="2476500" cy="2476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17F4EF1-0C71-4EFF-8228-6EC4CB0721DF}"/>
              </a:ext>
            </a:extLst>
          </p:cNvPr>
          <p:cNvSpPr>
            <a:spLocks xmlns:a="http://schemas.openxmlformats.org/drawingml/2006/main" noGrp="1"/>
          </p:cNvSpPr>
          <p:nvPr/>
        </p:nvSpPr>
        <p:spPr>
          <a:xfrm xmlns:a="http://schemas.openxmlformats.org/drawingml/2006/main">
            <a:off x="609600" y="422910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Crop sạch</a:t>
            </a:r>
          </a:p>
        </p:txBody>
      </p:sp>
      <p:pic>
        <p:nvPicPr>
          <p:cNvPr id="5" name="">
            <a:extLst xmlns:a="http://schemas.openxmlformats.org/drawingml/2006/main">
              <a:ext uri="{FF2B5EF4-FFF2-40B4-BE49-F238E27FC236}">
                <a16:creationId xmlns:a16="http://schemas.microsoft.com/office/drawing/2014/main" id="{D0210DC9-7046-41BB-A147-94F47F36162E}"/>
              </a:ext>
            </a:extLst>
          </p:cNvPr>
          <p:cNvPicPr>
            <a:picLocks xmlns:a="http://schemas.openxmlformats.org/drawingml/2006/main" noChangeAspect="1"/>
          </p:cNvPicPr>
          <p:nvPr/>
        </p:nvPicPr>
        <p:blipFill>
          <a:blip xmlns:r="http://schemas.openxmlformats.org/officeDocument/2006/relationships" xmlns:a="http://schemas.openxmlformats.org/drawingml/2006/main" r:embed="R7c0380a73982437b"/>
          <a:srcRect xmlns:a="http://schemas.openxmlformats.org/drawingml/2006/main" l="34267" t="1186" r="34267" b="58814"/>
          <a:stretch xmlns:a="http://schemas.openxmlformats.org/drawingml/2006/main"/>
        </p:blipFill>
        <p:spPr>
          <a:xfrm xmlns:a="http://schemas.openxmlformats.org/drawingml/2006/main">
            <a:off x="3467100" y="1619250"/>
            <a:ext cx="2476500" cy="2476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CC2E6D2-52A8-4620-B527-5E932664754E}"/>
              </a:ext>
            </a:extLst>
          </p:cNvPr>
          <p:cNvSpPr>
            <a:spLocks xmlns:a="http://schemas.openxmlformats.org/drawingml/2006/main" noGrp="1"/>
          </p:cNvSpPr>
          <p:nvPr/>
        </p:nvSpPr>
        <p:spPr>
          <a:xfrm xmlns:a="http://schemas.openxmlformats.org/drawingml/2006/main">
            <a:off x="3467100" y="422910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Gaussian σ = 25</a:t>
            </a:r>
          </a:p>
        </p:txBody>
      </p:sp>
      <p:pic>
        <p:nvPicPr>
          <p:cNvPr id="7" name="">
            <a:extLst xmlns:a="http://schemas.openxmlformats.org/drawingml/2006/main">
              <a:ext uri="{FF2B5EF4-FFF2-40B4-BE49-F238E27FC236}">
                <a16:creationId xmlns:a16="http://schemas.microsoft.com/office/drawing/2014/main" id="{8C082E4C-EB11-430F-9539-C3E9B4F4503A}"/>
              </a:ext>
            </a:extLst>
          </p:cNvPr>
          <p:cNvPicPr>
            <a:picLocks xmlns:a="http://schemas.openxmlformats.org/drawingml/2006/main" noChangeAspect="1"/>
          </p:cNvPicPr>
          <p:nvPr/>
        </p:nvPicPr>
        <p:blipFill>
          <a:blip xmlns:r="http://schemas.openxmlformats.org/officeDocument/2006/relationships" xmlns:a="http://schemas.openxmlformats.org/drawingml/2006/main" r:embed="R213f70e73d5f46a0"/>
          <a:srcRect xmlns:a="http://schemas.openxmlformats.org/drawingml/2006/main" l="933" t="51186" r="67600" b="8814"/>
          <a:stretch xmlns:a="http://schemas.openxmlformats.org/drawingml/2006/main"/>
        </p:blipFill>
        <p:spPr>
          <a:xfrm xmlns:a="http://schemas.openxmlformats.org/drawingml/2006/main">
            <a:off x="6324600" y="1619250"/>
            <a:ext cx="2476500" cy="2476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AE69D9F-8435-4C52-B225-23FB18A15B8E}"/>
              </a:ext>
            </a:extLst>
          </p:cNvPr>
          <p:cNvSpPr>
            <a:spLocks xmlns:a="http://schemas.openxmlformats.org/drawingml/2006/main" noGrp="1"/>
          </p:cNvSpPr>
          <p:nvPr/>
        </p:nvSpPr>
        <p:spPr>
          <a:xfrm xmlns:a="http://schemas.openxmlformats.org/drawingml/2006/main">
            <a:off x="6324600" y="422910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Bilateral strength 2</a:t>
            </a:r>
          </a:p>
        </p:txBody>
      </p:sp>
      <p:pic>
        <p:nvPicPr>
          <p:cNvPr id="9" name="">
            <a:extLst xmlns:a="http://schemas.openxmlformats.org/drawingml/2006/main">
              <a:ext uri="{FF2B5EF4-FFF2-40B4-BE49-F238E27FC236}">
                <a16:creationId xmlns:a16="http://schemas.microsoft.com/office/drawing/2014/main" id="{26529C5B-4120-47FA-B64F-8A714A0D115B}"/>
              </a:ext>
            </a:extLst>
          </p:cNvPr>
          <p:cNvPicPr>
            <a:picLocks xmlns:a="http://schemas.openxmlformats.org/drawingml/2006/main" noChangeAspect="1"/>
          </p:cNvPicPr>
          <p:nvPr/>
        </p:nvPicPr>
        <p:blipFill>
          <a:blip xmlns:r="http://schemas.openxmlformats.org/officeDocument/2006/relationships" xmlns:a="http://schemas.openxmlformats.org/drawingml/2006/main" r:embed="R743456d22ae84a80"/>
          <a:srcRect xmlns:a="http://schemas.openxmlformats.org/drawingml/2006/main" l="34267" t="51186" r="34267" b="8814"/>
          <a:stretch xmlns:a="http://schemas.openxmlformats.org/drawingml/2006/main"/>
        </p:blipFill>
        <p:spPr>
          <a:xfrm xmlns:a="http://schemas.openxmlformats.org/drawingml/2006/main">
            <a:off x="9182100" y="1619250"/>
            <a:ext cx="2381250" cy="2381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7C032AF-536F-418D-86C4-C1278A1B0513}"/>
              </a:ext>
            </a:extLst>
          </p:cNvPr>
          <p:cNvSpPr>
            <a:spLocks xmlns:a="http://schemas.openxmlformats.org/drawingml/2006/main" noGrp="1"/>
          </p:cNvSpPr>
          <p:nvPr/>
        </p:nvSpPr>
        <p:spPr>
          <a:xfrm xmlns:a="http://schemas.openxmlformats.org/drawingml/2006/main">
            <a:off x="9182100" y="41338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NLM strength 2</a:t>
            </a:r>
          </a:p>
        </p:txBody>
      </p:sp>
      <p:sp>
        <p:nvSpPr>
          <p:cNvPr id="11" name="">
            <a:extLst xmlns:a="http://schemas.openxmlformats.org/drawingml/2006/main">
              <a:ext uri="{FF2B5EF4-FFF2-40B4-BE49-F238E27FC236}">
                <a16:creationId xmlns:a16="http://schemas.microsoft.com/office/drawing/2014/main" id="{71278D3A-F621-401C-BDC0-14034D3C10E9}"/>
              </a:ext>
            </a:extLst>
          </p:cNvPr>
          <p:cNvSpPr>
            <a:spLocks xmlns:a="http://schemas.openxmlformats.org/drawingml/2006/main" noGrp="1"/>
          </p:cNvSpPr>
          <p:nvPr/>
        </p:nvSpPr>
        <p:spPr>
          <a:xfrm xmlns:a="http://schemas.openxmlformats.org/drawingml/2006/main">
            <a:off x="609600" y="51054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267C83"/>
                </a:solidFill>
                <a:latin typeface="Arial"/>
                <a:ea typeface="Arial"/>
                <a:cs typeface="Arial"/>
              </a:defRPr>
            </a:defPPr>
            <a:lvl1pPr algn="l">
              <a:defRPr sz="2475" b="1">
                <a:solidFill>
                  <a:srgbClr val="267C83"/>
                </a:solidFill>
                <a:latin typeface="Arial"/>
                <a:ea typeface="Arial"/>
                <a:cs typeface="Arial"/>
              </a:defRPr>
            </a:lvl1pPr>
            <a:lvl2pPr algn="l">
              <a:defRPr sz="2475" b="1">
                <a:solidFill>
                  <a:srgbClr val="267C83"/>
                </a:solidFill>
                <a:latin typeface="Arial"/>
                <a:ea typeface="Arial"/>
                <a:cs typeface="Arial"/>
              </a:defRPr>
            </a:lvl2pPr>
            <a:lvl3pPr algn="l">
              <a:defRPr sz="2475" b="1">
                <a:solidFill>
                  <a:srgbClr val="267C83"/>
                </a:solidFill>
                <a:latin typeface="Arial"/>
                <a:ea typeface="Arial"/>
                <a:cs typeface="Arial"/>
              </a:defRPr>
            </a:lvl3pPr>
            <a:lvl4pPr algn="l">
              <a:defRPr sz="2475" b="1">
                <a:solidFill>
                  <a:srgbClr val="267C83"/>
                </a:solidFill>
                <a:latin typeface="Arial"/>
                <a:ea typeface="Arial"/>
                <a:cs typeface="Arial"/>
              </a:defRPr>
            </a:lvl4pPr>
            <a:lvl5pPr algn="l">
              <a:defRPr sz="2475" b="1">
                <a:solidFill>
                  <a:srgbClr val="267C83"/>
                </a:solidFill>
                <a:latin typeface="Arial"/>
                <a:ea typeface="Arial"/>
                <a:cs typeface="Arial"/>
              </a:defRPr>
            </a:lvl5pPr>
            <a:lvl6pPr algn="l">
              <a:defRPr sz="2475" b="1">
                <a:solidFill>
                  <a:srgbClr val="267C83"/>
                </a:solidFill>
                <a:latin typeface="Arial"/>
                <a:ea typeface="Arial"/>
                <a:cs typeface="Arial"/>
              </a:defRPr>
            </a:lvl6pPr>
            <a:lvl7pPr algn="l">
              <a:defRPr sz="2475" b="1">
                <a:solidFill>
                  <a:srgbClr val="267C83"/>
                </a:solidFill>
                <a:latin typeface="Arial"/>
                <a:ea typeface="Arial"/>
                <a:cs typeface="Arial"/>
              </a:defRPr>
            </a:lvl7pPr>
            <a:lvl8pPr algn="l">
              <a:defRPr sz="2475" b="1">
                <a:solidFill>
                  <a:srgbClr val="267C83"/>
                </a:solidFill>
                <a:latin typeface="Arial"/>
                <a:ea typeface="Arial"/>
                <a:cs typeface="Arial"/>
              </a:defRPr>
            </a:lvl8pPr>
            <a:lvl9pPr algn="l">
              <a:defRPr sz="2475" b="1">
                <a:solidFill>
                  <a:srgbClr val="267C83"/>
                </a:solidFill>
                <a:latin typeface="Arial"/>
                <a:ea typeface="Arial"/>
                <a:cs typeface="Arial"/>
              </a:defRPr>
            </a:lvl9pPr>
          </a:lstStyle>
          <a:p xmlns:a="http://schemas.openxmlformats.org/drawingml/2006/main">
            <a:pPr algn="l">
              <a:lnSpc>
                <a:spcPct val="108000"/>
              </a:lnSpc>
              <a:buNone/>
              <a:defRPr sz="2475" b="1">
                <a:solidFill>
                  <a:srgbClr val="267C83"/>
                </a:solidFill>
                <a:latin typeface="Arial"/>
                <a:ea typeface="Arial"/>
                <a:cs typeface="Arial"/>
              </a:defRPr>
            </a:pPr>
            <a:r>
              <a:rPr sz="2475" b="1">
                <a:solidFill>
                  <a:srgbClr val="267C83"/>
                </a:solidFill>
                <a:latin typeface="Arial"/>
                <a:ea typeface="Arial"/>
                <a:cs typeface="Arial"/>
              </a:rPr>
              <a:t>Mức lọc mạnh có thể làm mất texture</a:t>
            </a:r>
          </a:p>
        </p:txBody>
      </p:sp>
      <p:sp>
        <p:nvSpPr>
          <p:cNvPr id="12" name="">
            <a:extLst xmlns:a="http://schemas.openxmlformats.org/drawingml/2006/main">
              <a:ext uri="{FF2B5EF4-FFF2-40B4-BE49-F238E27FC236}">
                <a16:creationId xmlns:a16="http://schemas.microsoft.com/office/drawing/2014/main" id="{ECB68848-FB44-4BC1-8008-7A09E7B14794}"/>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Gaussian, Median, Bilateral và NLM. Sigma mục tiêu = 12,5 × strength, agent giới hạn 0,1–2,0.</a:t>
            </a:r>
          </a:p>
        </p:txBody>
      </p:sp>
    </p:spTree>
    <p:extLst>
      <p:ext uri="{BB962C8B-B14F-4D97-AF65-F5344CB8AC3E}">
        <p14:creationId xmlns:p14="http://schemas.microsoft.com/office/powerpoint/2010/main" val="21442177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4445B1A-88FF-4700-B20B-98550A4281AD}"/>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Gamma và CLAHE cải thiện độ sáng</a:t>
            </a:r>
          </a:p>
        </p:txBody>
      </p:sp>
      <p:sp>
        <p:nvSpPr>
          <p:cNvPr id="2" name="">
            <a:extLst xmlns:a="http://schemas.openxmlformats.org/drawingml/2006/main">
              <a:ext uri="{FF2B5EF4-FFF2-40B4-BE49-F238E27FC236}">
                <a16:creationId xmlns:a16="http://schemas.microsoft.com/office/drawing/2014/main" id="{ABB433A1-743A-44AB-B491-06AF1DB6AD5F}"/>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FF901614-A7ED-4EA6-850F-2971173AE4EE}"/>
              </a:ext>
            </a:extLst>
          </p:cNvPr>
          <p:cNvPicPr>
            <a:picLocks xmlns:a="http://schemas.openxmlformats.org/drawingml/2006/main" noChangeAspect="1"/>
          </p:cNvPicPr>
          <p:nvPr/>
        </p:nvPicPr>
        <p:blipFill>
          <a:blip xmlns:r="http://schemas.openxmlformats.org/officeDocument/2006/relationships" xmlns:a="http://schemas.openxmlformats.org/drawingml/2006/main" r:embed="Rd3204e728bf948a3"/>
          <a:srcRect xmlns:a="http://schemas.openxmlformats.org/drawingml/2006/main" l="933" t="2373" r="67600" b="17627"/>
          <a:stretch xmlns:a="http://schemas.openxmlformats.org/drawingml/2006/main"/>
        </p:blipFill>
        <p:spPr>
          <a:xfrm xmlns:a="http://schemas.openxmlformats.org/drawingml/2006/main">
            <a:off x="609600" y="1485900"/>
            <a:ext cx="2381250" cy="2381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760348D-29AF-48C5-BD96-4A75E5ADB27A}"/>
              </a:ext>
            </a:extLst>
          </p:cNvPr>
          <p:cNvSpPr>
            <a:spLocks xmlns:a="http://schemas.openxmlformats.org/drawingml/2006/main" noGrp="1"/>
          </p:cNvSpPr>
          <p:nvPr/>
        </p:nvSpPr>
        <p:spPr>
          <a:xfrm xmlns:a="http://schemas.openxmlformats.org/drawingml/2006/main">
            <a:off x="609600" y="4000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Ảnh tối</a:t>
            </a:r>
          </a:p>
        </p:txBody>
      </p:sp>
      <p:pic>
        <p:nvPicPr>
          <p:cNvPr id="5" name="">
            <a:extLst xmlns:a="http://schemas.openxmlformats.org/drawingml/2006/main">
              <a:ext uri="{FF2B5EF4-FFF2-40B4-BE49-F238E27FC236}">
                <a16:creationId xmlns:a16="http://schemas.microsoft.com/office/drawing/2014/main" id="{A5394C1B-6F3B-43B5-A463-D572A384EF6E}"/>
              </a:ext>
            </a:extLst>
          </p:cNvPr>
          <p:cNvPicPr>
            <a:picLocks xmlns:a="http://schemas.openxmlformats.org/drawingml/2006/main" noChangeAspect="1"/>
          </p:cNvPicPr>
          <p:nvPr/>
        </p:nvPicPr>
        <p:blipFill>
          <a:blip xmlns:r="http://schemas.openxmlformats.org/officeDocument/2006/relationships" xmlns:a="http://schemas.openxmlformats.org/drawingml/2006/main" r:embed="Rc314a8b632cf4e5c"/>
          <a:srcRect xmlns:a="http://schemas.openxmlformats.org/drawingml/2006/main" l="67600" t="2373" r="933" b="17627"/>
          <a:stretch xmlns:a="http://schemas.openxmlformats.org/drawingml/2006/main"/>
        </p:blipFill>
        <p:spPr>
          <a:xfrm xmlns:a="http://schemas.openxmlformats.org/drawingml/2006/main">
            <a:off x="3371850" y="1485900"/>
            <a:ext cx="2381250"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719EADA-5C11-49D5-B166-E0BB659E975D}"/>
              </a:ext>
            </a:extLst>
          </p:cNvPr>
          <p:cNvSpPr>
            <a:spLocks xmlns:a="http://schemas.openxmlformats.org/drawingml/2006/main" noGrp="1"/>
          </p:cNvSpPr>
          <p:nvPr/>
        </p:nvSpPr>
        <p:spPr>
          <a:xfrm xmlns:a="http://schemas.openxmlformats.org/drawingml/2006/main">
            <a:off x="3371850" y="4000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Gamma 2,5</a:t>
            </a:r>
          </a:p>
        </p:txBody>
      </p:sp>
      <p:pic>
        <p:nvPicPr>
          <p:cNvPr id="7" name="">
            <a:extLst xmlns:a="http://schemas.openxmlformats.org/drawingml/2006/main">
              <a:ext uri="{FF2B5EF4-FFF2-40B4-BE49-F238E27FC236}">
                <a16:creationId xmlns:a16="http://schemas.microsoft.com/office/drawing/2014/main" id="{AB5F4D48-7F3E-4F78-AC59-2C4807186570}"/>
              </a:ext>
            </a:extLst>
          </p:cNvPr>
          <p:cNvPicPr>
            <a:picLocks xmlns:a="http://schemas.openxmlformats.org/drawingml/2006/main" noChangeAspect="1"/>
          </p:cNvPicPr>
          <p:nvPr/>
        </p:nvPicPr>
        <p:blipFill>
          <a:blip xmlns:r="http://schemas.openxmlformats.org/officeDocument/2006/relationships" xmlns:a="http://schemas.openxmlformats.org/drawingml/2006/main" r:embed="Rb08f2ab9d3b24278"/>
          <a:srcRect xmlns:a="http://schemas.openxmlformats.org/drawingml/2006/main" l="34267" t="2373" r="34267" b="17627"/>
          <a:stretch xmlns:a="http://schemas.openxmlformats.org/drawingml/2006/main"/>
        </p:blipFill>
        <p:spPr>
          <a:xfrm xmlns:a="http://schemas.openxmlformats.org/drawingml/2006/main">
            <a:off x="6343650" y="1485900"/>
            <a:ext cx="2381250" cy="2381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C708A8E-0494-4B15-A577-1C186E4DD676}"/>
              </a:ext>
            </a:extLst>
          </p:cNvPr>
          <p:cNvSpPr>
            <a:spLocks xmlns:a="http://schemas.openxmlformats.org/drawingml/2006/main" noGrp="1"/>
          </p:cNvSpPr>
          <p:nvPr/>
        </p:nvSpPr>
        <p:spPr>
          <a:xfrm xmlns:a="http://schemas.openxmlformats.org/drawingml/2006/main">
            <a:off x="6343650" y="4000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Tương phản thấp</a:t>
            </a:r>
          </a:p>
        </p:txBody>
      </p:sp>
      <p:pic>
        <p:nvPicPr>
          <p:cNvPr id="9" name="">
            <a:extLst xmlns:a="http://schemas.openxmlformats.org/drawingml/2006/main">
              <a:ext uri="{FF2B5EF4-FFF2-40B4-BE49-F238E27FC236}">
                <a16:creationId xmlns:a16="http://schemas.microsoft.com/office/drawing/2014/main" id="{25508CF7-D37A-40B7-A266-6AB947B4802B}"/>
              </a:ext>
            </a:extLst>
          </p:cNvPr>
          <p:cNvPicPr>
            <a:picLocks xmlns:a="http://schemas.openxmlformats.org/drawingml/2006/main" noChangeAspect="1"/>
          </p:cNvPicPr>
          <p:nvPr/>
        </p:nvPicPr>
        <p:blipFill>
          <a:blip xmlns:r="http://schemas.openxmlformats.org/officeDocument/2006/relationships" xmlns:a="http://schemas.openxmlformats.org/drawingml/2006/main" r:embed="Re7d4424695744b62"/>
          <a:srcRect xmlns:a="http://schemas.openxmlformats.org/drawingml/2006/main" l="67600" t="2373" r="933" b="17627"/>
          <a:stretch xmlns:a="http://schemas.openxmlformats.org/drawingml/2006/main"/>
        </p:blipFill>
        <p:spPr>
          <a:xfrm xmlns:a="http://schemas.openxmlformats.org/drawingml/2006/main">
            <a:off x="9105900" y="1485900"/>
            <a:ext cx="2381250" cy="2381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208F23C-A721-4E12-A01D-22D90B90A568}"/>
              </a:ext>
            </a:extLst>
          </p:cNvPr>
          <p:cNvSpPr>
            <a:spLocks xmlns:a="http://schemas.openxmlformats.org/drawingml/2006/main" noGrp="1"/>
          </p:cNvSpPr>
          <p:nvPr/>
        </p:nvSpPr>
        <p:spPr>
          <a:xfrm xmlns:a="http://schemas.openxmlformats.org/drawingml/2006/main">
            <a:off x="9105900" y="4000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92F43"/>
                </a:solidFill>
                <a:latin typeface="Arial"/>
                <a:ea typeface="Arial"/>
                <a:cs typeface="Arial"/>
              </a:defRPr>
            </a:defPPr>
            <a:lvl1pPr algn="ctr">
              <a:defRPr sz="1725" b="0">
                <a:solidFill>
                  <a:srgbClr val="192F43"/>
                </a:solidFill>
                <a:latin typeface="Arial"/>
                <a:ea typeface="Arial"/>
                <a:cs typeface="Arial"/>
              </a:defRPr>
            </a:lvl1pPr>
            <a:lvl2pPr algn="ctr">
              <a:defRPr sz="1725" b="0">
                <a:solidFill>
                  <a:srgbClr val="192F43"/>
                </a:solidFill>
                <a:latin typeface="Arial"/>
                <a:ea typeface="Arial"/>
                <a:cs typeface="Arial"/>
              </a:defRPr>
            </a:lvl2pPr>
            <a:lvl3pPr algn="ctr">
              <a:defRPr sz="1725" b="0">
                <a:solidFill>
                  <a:srgbClr val="192F43"/>
                </a:solidFill>
                <a:latin typeface="Arial"/>
                <a:ea typeface="Arial"/>
                <a:cs typeface="Arial"/>
              </a:defRPr>
            </a:lvl3pPr>
            <a:lvl4pPr algn="ctr">
              <a:defRPr sz="1725" b="0">
                <a:solidFill>
                  <a:srgbClr val="192F43"/>
                </a:solidFill>
                <a:latin typeface="Arial"/>
                <a:ea typeface="Arial"/>
                <a:cs typeface="Arial"/>
              </a:defRPr>
            </a:lvl4pPr>
            <a:lvl5pPr algn="ctr">
              <a:defRPr sz="1725" b="0">
                <a:solidFill>
                  <a:srgbClr val="192F43"/>
                </a:solidFill>
                <a:latin typeface="Arial"/>
                <a:ea typeface="Arial"/>
                <a:cs typeface="Arial"/>
              </a:defRPr>
            </a:lvl5pPr>
            <a:lvl6pPr algn="ctr">
              <a:defRPr sz="1725" b="0">
                <a:solidFill>
                  <a:srgbClr val="192F43"/>
                </a:solidFill>
                <a:latin typeface="Arial"/>
                <a:ea typeface="Arial"/>
                <a:cs typeface="Arial"/>
              </a:defRPr>
            </a:lvl6pPr>
            <a:lvl7pPr algn="ctr">
              <a:defRPr sz="1725" b="0">
                <a:solidFill>
                  <a:srgbClr val="192F43"/>
                </a:solidFill>
                <a:latin typeface="Arial"/>
                <a:ea typeface="Arial"/>
                <a:cs typeface="Arial"/>
              </a:defRPr>
            </a:lvl7pPr>
            <a:lvl8pPr algn="ctr">
              <a:defRPr sz="1725" b="0">
                <a:solidFill>
                  <a:srgbClr val="192F43"/>
                </a:solidFill>
                <a:latin typeface="Arial"/>
                <a:ea typeface="Arial"/>
                <a:cs typeface="Arial"/>
              </a:defRPr>
            </a:lvl8pPr>
            <a:lvl9pPr algn="ctr">
              <a:defRPr sz="1725" b="0">
                <a:solidFill>
                  <a:srgbClr val="192F43"/>
                </a:solidFill>
                <a:latin typeface="Arial"/>
                <a:ea typeface="Arial"/>
                <a:cs typeface="Arial"/>
              </a:defRPr>
            </a:lvl9pPr>
          </a:lstStyle>
          <a:p xmlns:a="http://schemas.openxmlformats.org/drawingml/2006/main">
            <a:pPr algn="ctr">
              <a:lnSpc>
                <a:spcPct val="108000"/>
              </a:lnSpc>
              <a:buNone/>
              <a:defRPr sz="1725" b="0">
                <a:solidFill>
                  <a:srgbClr val="192F43"/>
                </a:solidFill>
                <a:latin typeface="Arial"/>
                <a:ea typeface="Arial"/>
                <a:cs typeface="Arial"/>
              </a:defRPr>
            </a:pPr>
            <a:r>
              <a:rPr sz="1725" b="0">
                <a:solidFill>
                  <a:srgbClr val="192F43"/>
                </a:solidFill>
                <a:latin typeface="Arial"/>
                <a:ea typeface="Arial"/>
                <a:cs typeface="Arial"/>
              </a:rPr>
              <a:t>CLAHE clip 2</a:t>
            </a:r>
          </a:p>
        </p:txBody>
      </p:sp>
      <p:sp>
        <p:nvSpPr>
          <p:cNvPr id="11" name="">
            <a:extLst xmlns:a="http://schemas.openxmlformats.org/drawingml/2006/main">
              <a:ext uri="{FF2B5EF4-FFF2-40B4-BE49-F238E27FC236}">
                <a16:creationId xmlns:a16="http://schemas.microsoft.com/office/drawing/2014/main" id="{D6BDFEDC-5993-452C-BE05-8DCD2700BAFB}"/>
              </a:ext>
            </a:extLst>
          </p:cNvPr>
          <p:cNvSpPr>
            <a:spLocks xmlns:a="http://schemas.openxmlformats.org/drawingml/2006/main" noGrp="1"/>
          </p:cNvSpPr>
          <p:nvPr/>
        </p:nvSpPr>
        <p:spPr>
          <a:xfrm xmlns:a="http://schemas.openxmlformats.org/drawingml/2006/main">
            <a:off x="609600" y="46863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xmlns:a="http://schemas.openxmlformats.org/drawingml/2006/main">
            <a:pPr algn="l">
              <a:lnSpc>
                <a:spcPct val="108000"/>
              </a:lnSpc>
              <a:buNone/>
              <a:defRPr sz="2175" b="1">
                <a:solidFill>
                  <a:srgbClr val="192F43"/>
                </a:solidFill>
                <a:latin typeface="Arial"/>
                <a:ea typeface="Arial"/>
                <a:cs typeface="Arial"/>
              </a:defRPr>
            </a:pPr>
            <a:r>
              <a:rPr sz="2175" b="1">
                <a:solidFill>
                  <a:srgbClr val="192F43"/>
                </a:solidFill>
                <a:latin typeface="Arial"/>
                <a:ea typeface="Arial"/>
                <a:cs typeface="Arial"/>
              </a:rPr>
              <a:t>Gamma</a:t>
            </a:r>
          </a:p>
        </p:txBody>
      </p:sp>
      <p:sp>
        <p:nvSpPr>
          <p:cNvPr id="12" name="">
            <a:extLst xmlns:a="http://schemas.openxmlformats.org/drawingml/2006/main">
              <a:ext uri="{FF2B5EF4-FFF2-40B4-BE49-F238E27FC236}">
                <a16:creationId xmlns:a16="http://schemas.microsoft.com/office/drawing/2014/main" id="{1F04D89C-BCEB-499C-9AB8-21E81D803E56}"/>
              </a:ext>
            </a:extLst>
          </p:cNvPr>
          <p:cNvSpPr>
            <a:spLocks xmlns:a="http://schemas.openxmlformats.org/drawingml/2006/main" noGrp="1"/>
          </p:cNvSpPr>
          <p:nvPr/>
        </p:nvSpPr>
        <p:spPr>
          <a:xfrm xmlns:a="http://schemas.openxmlformats.org/drawingml/2006/main">
            <a:off x="609600" y="514350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Biến đổi cường độ bằng LUT</a:t>
            </a:r>
          </a:p>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Gamma &gt; 1 nâng sáng</a:t>
            </a:r>
          </a:p>
        </p:txBody>
      </p:sp>
      <p:sp>
        <p:nvSpPr>
          <p:cNvPr id="13" name="">
            <a:extLst xmlns:a="http://schemas.openxmlformats.org/drawingml/2006/main">
              <a:ext uri="{FF2B5EF4-FFF2-40B4-BE49-F238E27FC236}">
                <a16:creationId xmlns:a16="http://schemas.microsoft.com/office/drawing/2014/main" id="{3340A8F2-D99F-44D1-B568-64081117AA2D}"/>
              </a:ext>
            </a:extLst>
          </p:cNvPr>
          <p:cNvSpPr>
            <a:spLocks xmlns:a="http://schemas.openxmlformats.org/drawingml/2006/main" noGrp="1"/>
          </p:cNvSpPr>
          <p:nvPr/>
        </p:nvSpPr>
        <p:spPr>
          <a:xfrm xmlns:a="http://schemas.openxmlformats.org/drawingml/2006/main">
            <a:off x="6343650" y="46863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xmlns:a="http://schemas.openxmlformats.org/drawingml/2006/main">
            <a:pPr algn="l">
              <a:lnSpc>
                <a:spcPct val="108000"/>
              </a:lnSpc>
              <a:buNone/>
              <a:defRPr sz="2175" b="1">
                <a:solidFill>
                  <a:srgbClr val="192F43"/>
                </a:solidFill>
                <a:latin typeface="Arial"/>
                <a:ea typeface="Arial"/>
                <a:cs typeface="Arial"/>
              </a:defRPr>
            </a:pPr>
            <a:r>
              <a:rPr sz="2175" b="1">
                <a:solidFill>
                  <a:srgbClr val="192F43"/>
                </a:solidFill>
                <a:latin typeface="Arial"/>
                <a:ea typeface="Arial"/>
                <a:cs typeface="Arial"/>
              </a:rPr>
              <a:t>CLAHE</a:t>
            </a:r>
          </a:p>
        </p:txBody>
      </p:sp>
      <p:sp>
        <p:nvSpPr>
          <p:cNvPr id="14" name="">
            <a:extLst xmlns:a="http://schemas.openxmlformats.org/drawingml/2006/main">
              <a:ext uri="{FF2B5EF4-FFF2-40B4-BE49-F238E27FC236}">
                <a16:creationId xmlns:a16="http://schemas.microsoft.com/office/drawing/2014/main" id="{EE60CB94-1356-444A-A6FF-520DEEEEB549}"/>
              </a:ext>
            </a:extLst>
          </p:cNvPr>
          <p:cNvSpPr>
            <a:spLocks xmlns:a="http://schemas.openxmlformats.org/drawingml/2006/main" noGrp="1"/>
          </p:cNvSpPr>
          <p:nvPr/>
        </p:nvSpPr>
        <p:spPr>
          <a:xfrm xmlns:a="http://schemas.openxmlformats.org/drawingml/2006/main">
            <a:off x="6343650" y="514350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Cân bằng cục bộ kênh L</a:t>
            </a:r>
          </a:p>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Lưới 8×8, giới hạn tương phản</a:t>
            </a:r>
          </a:p>
        </p:txBody>
      </p:sp>
      <p:sp>
        <p:nvSpPr>
          <p:cNvPr id="15" name="">
            <a:extLst xmlns:a="http://schemas.openxmlformats.org/drawingml/2006/main">
              <a:ext uri="{FF2B5EF4-FFF2-40B4-BE49-F238E27FC236}">
                <a16:creationId xmlns:a16="http://schemas.microsoft.com/office/drawing/2014/main" id="{D8EB4D2F-F5BC-43BB-A442-245C2CC1963D}"/>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Cả hai chỉ làm rõ tín hiệu còn tồn tại. Clipping có thể làm mất thông tin không đảo ngược.</a:t>
            </a:r>
          </a:p>
        </p:txBody>
      </p:sp>
    </p:spTree>
    <p:extLst>
      <p:ext uri="{BB962C8B-B14F-4D97-AF65-F5344CB8AC3E}">
        <p14:creationId xmlns:p14="http://schemas.microsoft.com/office/powerpoint/2010/main" val="8942049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B9BD3B-85D9-4918-AD02-3235572C57F3}"/>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Làm nét và cân chỉnh màu</a:t>
            </a:r>
          </a:p>
        </p:txBody>
      </p:sp>
      <p:sp>
        <p:nvSpPr>
          <p:cNvPr id="2" name="">
            <a:extLst xmlns:a="http://schemas.openxmlformats.org/drawingml/2006/main">
              <a:ext uri="{FF2B5EF4-FFF2-40B4-BE49-F238E27FC236}">
                <a16:creationId xmlns:a16="http://schemas.microsoft.com/office/drawing/2014/main" id="{5DC01152-AD4A-408F-8853-E076340F5A13}"/>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00CBA086-0AAD-4066-9F68-35E8CA44FD2B}"/>
              </a:ext>
            </a:extLst>
          </p:cNvPr>
          <p:cNvPicPr>
            <a:picLocks xmlns:a="http://schemas.openxmlformats.org/drawingml/2006/main" noChangeAspect="1"/>
          </p:cNvPicPr>
          <p:nvPr/>
        </p:nvPicPr>
        <p:blipFill>
          <a:blip xmlns:r="http://schemas.openxmlformats.org/officeDocument/2006/relationships" xmlns:a="http://schemas.openxmlformats.org/drawingml/2006/main" r:embed="Ra58159afb66d44b7"/>
          <a:stretch xmlns:a="http://schemas.openxmlformats.org/drawingml/2006/main"/>
        </p:blipFill>
        <p:spPr>
          <a:xfrm xmlns:a="http://schemas.openxmlformats.org/drawingml/2006/main">
            <a:off x="1842721" y="1428750"/>
            <a:ext cx="8506558"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99F2D97-00BA-4316-9413-E6D968050CF4}"/>
              </a:ext>
            </a:extLst>
          </p:cNvPr>
          <p:cNvSpPr>
            <a:spLocks xmlns:a="http://schemas.openxmlformats.org/drawingml/2006/main" noGrp="1"/>
          </p:cNvSpPr>
          <p:nvPr/>
        </p:nvSpPr>
        <p:spPr>
          <a:xfrm xmlns:a="http://schemas.openxmlformats.org/drawingml/2006/main">
            <a:off x="609600" y="434340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xmlns:a="http://schemas.openxmlformats.org/drawingml/2006/main">
            <a:pPr algn="l">
              <a:lnSpc>
                <a:spcPct val="108000"/>
              </a:lnSpc>
              <a:buNone/>
              <a:defRPr sz="2175" b="1">
                <a:solidFill>
                  <a:srgbClr val="192F43"/>
                </a:solidFill>
                <a:latin typeface="Arial"/>
                <a:ea typeface="Arial"/>
                <a:cs typeface="Arial"/>
              </a:defRPr>
            </a:pPr>
            <a:r>
              <a:rPr sz="2175" b="1">
                <a:solidFill>
                  <a:srgbClr val="192F43"/>
                </a:solidFill>
                <a:latin typeface="Arial"/>
                <a:ea typeface="Arial"/>
                <a:cs typeface="Arial"/>
              </a:rPr>
              <a:t>Unsharp và Laplacian</a:t>
            </a:r>
          </a:p>
        </p:txBody>
      </p:sp>
      <p:sp>
        <p:nvSpPr>
          <p:cNvPr id="5" name="">
            <a:extLst xmlns:a="http://schemas.openxmlformats.org/drawingml/2006/main">
              <a:ext uri="{FF2B5EF4-FFF2-40B4-BE49-F238E27FC236}">
                <a16:creationId xmlns:a16="http://schemas.microsoft.com/office/drawing/2014/main" id="{91611307-BAA4-495A-8808-F33962BD4BF5}"/>
              </a:ext>
            </a:extLst>
          </p:cNvPr>
          <p:cNvSpPr>
            <a:spLocks xmlns:a="http://schemas.openxmlformats.org/drawingml/2006/main" noGrp="1"/>
          </p:cNvSpPr>
          <p:nvPr/>
        </p:nvSpPr>
        <p:spPr>
          <a:xfrm xmlns:a="http://schemas.openxmlformats.org/drawingml/2006/main">
            <a:off x="609600" y="4800600"/>
            <a:ext cx="5219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Tăng tương phản biên</a:t>
            </a:r>
          </a:p>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Có nguy cơ halo và tăng nhiễu</a:t>
            </a:r>
          </a:p>
        </p:txBody>
      </p:sp>
      <p:sp>
        <p:nvSpPr>
          <p:cNvPr id="6" name="">
            <a:extLst xmlns:a="http://schemas.openxmlformats.org/drawingml/2006/main">
              <a:ext uri="{FF2B5EF4-FFF2-40B4-BE49-F238E27FC236}">
                <a16:creationId xmlns:a16="http://schemas.microsoft.com/office/drawing/2014/main" id="{7986D078-8F22-485A-AB38-B0E5A3AA9404}"/>
              </a:ext>
            </a:extLst>
          </p:cNvPr>
          <p:cNvSpPr>
            <a:spLocks xmlns:a="http://schemas.openxmlformats.org/drawingml/2006/main" noGrp="1"/>
          </p:cNvSpPr>
          <p:nvPr/>
        </p:nvSpPr>
        <p:spPr>
          <a:xfrm xmlns:a="http://schemas.openxmlformats.org/drawingml/2006/main">
            <a:off x="6343650" y="434340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xmlns:a="http://schemas.openxmlformats.org/drawingml/2006/main">
            <a:pPr algn="l">
              <a:lnSpc>
                <a:spcPct val="108000"/>
              </a:lnSpc>
              <a:buNone/>
              <a:defRPr sz="2175" b="1">
                <a:solidFill>
                  <a:srgbClr val="192F43"/>
                </a:solidFill>
                <a:latin typeface="Arial"/>
                <a:ea typeface="Arial"/>
                <a:cs typeface="Arial"/>
              </a:defRPr>
            </a:pPr>
            <a:r>
              <a:rPr sz="2175" b="1">
                <a:solidFill>
                  <a:srgbClr val="192F43"/>
                </a:solidFill>
                <a:latin typeface="Arial"/>
                <a:ea typeface="Arial"/>
                <a:cs typeface="Arial"/>
              </a:rPr>
              <a:t>Color correction</a:t>
            </a:r>
          </a:p>
        </p:txBody>
      </p:sp>
      <p:sp>
        <p:nvSpPr>
          <p:cNvPr id="7" name="">
            <a:extLst xmlns:a="http://schemas.openxmlformats.org/drawingml/2006/main">
              <a:ext uri="{FF2B5EF4-FFF2-40B4-BE49-F238E27FC236}">
                <a16:creationId xmlns:a16="http://schemas.microsoft.com/office/drawing/2014/main" id="{4A2B9A86-499A-49C6-A2F2-5621AA63EAC4}"/>
              </a:ext>
            </a:extLst>
          </p:cNvPr>
          <p:cNvSpPr>
            <a:spLocks xmlns:a="http://schemas.openxmlformats.org/drawingml/2006/main" noGrp="1"/>
          </p:cNvSpPr>
          <p:nvPr/>
        </p:nvSpPr>
        <p:spPr>
          <a:xfrm xmlns:a="http://schemas.openxmlformats.org/drawingml/2006/main">
            <a:off x="6343650" y="4800600"/>
            <a:ext cx="5219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Nhân saturation trong HSV</a:t>
            </a:r>
          </a:p>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Gain đỏ–lam để chỉnh ấm lạnh</a:t>
            </a:r>
          </a:p>
        </p:txBody>
      </p:sp>
      <p:sp>
        <p:nvSpPr>
          <p:cNvPr id="8" name="">
            <a:extLst xmlns:a="http://schemas.openxmlformats.org/drawingml/2006/main">
              <a:ext uri="{FF2B5EF4-FFF2-40B4-BE49-F238E27FC236}">
                <a16:creationId xmlns:a16="http://schemas.microsoft.com/office/drawing/2014/main" id="{964194FC-CD1E-4CB7-8D7E-5D94DCB0D1C0}"/>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Sharpen chưa phải giải chập. Tham số ấm lạnh không có đơn vị Kelvin.</a:t>
            </a:r>
          </a:p>
        </p:txBody>
      </p:sp>
    </p:spTree>
    <p:extLst>
      <p:ext uri="{BB962C8B-B14F-4D97-AF65-F5344CB8AC3E}">
        <p14:creationId xmlns:p14="http://schemas.microsoft.com/office/powerpoint/2010/main" val="17700818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6ECAC6D2-DE65-4EE5-BF05-50B493E3CC73}"/>
              </a:ext>
            </a:extLst>
          </p:cNvPr>
          <p:cNvCxnSpPr>
            <a:stCxn xmlns:a="http://schemas.openxmlformats.org/drawingml/2006/main" id="4" idx="2"/>
            <a:endCxn xmlns:a="http://schemas.openxmlformats.org/drawingml/2006/main" id="5" idx="0"/>
          </p:cNvCxnSpPr>
          <p:nvPr/>
        </p:nvCxnSpPr>
        <p:spPr>
          <a:xfrm xmlns:a="http://schemas.openxmlformats.org/drawingml/2006/main" flipH="1">
            <a:off x="6096000" y="3190875"/>
            <a:ext cx="3019425" cy="1000125"/>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6" name="">
            <a:extLst xmlns:a="http://schemas.openxmlformats.org/drawingml/2006/main">
              <a:ext uri="{FF2B5EF4-FFF2-40B4-BE49-F238E27FC236}">
                <a16:creationId xmlns:a16="http://schemas.microsoft.com/office/drawing/2014/main" id="{BFA00D7A-0248-4E6A-B54D-8330067846C5}"/>
              </a:ext>
            </a:extLst>
          </p:cNvPr>
          <p:cNvCxnSpPr>
            <a:stCxn xmlns:a="http://schemas.openxmlformats.org/drawingml/2006/main" id="3" idx="2"/>
            <a:endCxn xmlns:a="http://schemas.openxmlformats.org/drawingml/2006/main" id="5" idx="0"/>
          </p:cNvCxnSpPr>
          <p:nvPr/>
        </p:nvCxnSpPr>
        <p:spPr>
          <a:xfrm xmlns:a="http://schemas.openxmlformats.org/drawingml/2006/main">
            <a:off x="3076575" y="3190875"/>
            <a:ext cx="3019425" cy="1000125"/>
          </a:xfrm>
          <a:prstGeom xmlns:a="http://schemas.openxmlformats.org/drawingml/2006/main" prst="straightConnector1">
            <a:avLst/>
          </a:prstGeom>
          <a:ln xmlns:a="http://schemas.openxmlformats.org/drawingml/2006/main" w="19050">
            <a:solidFill>
              <a:srgbClr val="617E8F"/>
            </a:solidFill>
            <a:tailEnd type="triangle" w="med" len="med"/>
          </a:ln>
        </p:spPr>
      </p:cxnSp>
      <p:sp>
        <p:nvSpPr>
          <p:cNvPr id="9" name="">
            <a:extLst xmlns:a="http://schemas.openxmlformats.org/drawingml/2006/main">
              <a:ext uri="{FF2B5EF4-FFF2-40B4-BE49-F238E27FC236}">
                <a16:creationId xmlns:a16="http://schemas.microsoft.com/office/drawing/2014/main" id="{D04B6898-22A8-4E7D-8E82-1A776C865572}"/>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Đánh giá theo điều kiện dữ liệu</a:t>
            </a:r>
          </a:p>
        </p:txBody>
      </p:sp>
      <p:sp>
        <p:nvSpPr>
          <p:cNvPr id="2" name="">
            <a:extLst xmlns:a="http://schemas.openxmlformats.org/drawingml/2006/main">
              <a:ext uri="{FF2B5EF4-FFF2-40B4-BE49-F238E27FC236}">
                <a16:creationId xmlns:a16="http://schemas.microsoft.com/office/drawing/2014/main" id="{2062647B-9FE7-44D4-B3D4-33C60EFE5C3B}"/>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40F15E6-FCB9-462C-A78C-68DAB5C65E0F}"/>
              </a:ext>
            </a:extLst>
          </p:cNvPr>
          <p:cNvSpPr>
            <a:spLocks xmlns:a="http://schemas.openxmlformats.org/drawingml/2006/main" noGrp="1"/>
          </p:cNvSpPr>
          <p:nvPr/>
        </p:nvSpPr>
        <p:spPr>
          <a:xfrm xmlns:a="http://schemas.openxmlformats.org/drawingml/2006/main">
            <a:off x="609600" y="1714500"/>
            <a:ext cx="4933950" cy="1476375"/>
          </a:xfrm>
          <a:prstGeom xmlns:a="http://schemas.openxmlformats.org/drawingml/2006/main" prst="rect">
            <a:avLst/>
          </a:prstGeom>
          <a:solidFill xmlns:a="http://schemas.openxmlformats.org/drawingml/2006/main">
            <a:srgbClr val="E3F1F0"/>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Ảnh tổng hợp có GT</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MSE, PSNR và SSIM</a:t>
            </a:r>
            <a:br>
              <a:rPr sz="1800">
                <a:solidFill>
                  <a:srgbClr val="192F43"/>
                </a:solidFill>
                <a:latin typeface="Arial"/>
                <a:ea typeface="Arial"/>
                <a:cs typeface="Arial"/>
              </a:rPr>
            </a:br>
            <a:r>
              <a:rPr sz="1800">
                <a:solidFill>
                  <a:srgbClr val="192F43"/>
                </a:solidFill>
                <a:latin typeface="Arial"/>
                <a:ea typeface="Arial"/>
                <a:cs typeface="Arial"/>
              </a:rPr>
              <a:t>So với ảnh sạch</a:t>
            </a:r>
          </a:p>
        </p:txBody>
      </p:sp>
      <p:sp>
        <p:nvSpPr>
          <p:cNvPr id="4" name="">
            <a:extLst xmlns:a="http://schemas.openxmlformats.org/drawingml/2006/main">
              <a:ext uri="{FF2B5EF4-FFF2-40B4-BE49-F238E27FC236}">
                <a16:creationId xmlns:a16="http://schemas.microsoft.com/office/drawing/2014/main" id="{42FCD6EC-6972-4E78-B57B-1F3AC12526CF}"/>
              </a:ext>
            </a:extLst>
          </p:cNvPr>
          <p:cNvSpPr>
            <a:spLocks xmlns:a="http://schemas.openxmlformats.org/drawingml/2006/main" noGrp="1"/>
          </p:cNvSpPr>
          <p:nvPr/>
        </p:nvSpPr>
        <p:spPr>
          <a:xfrm xmlns:a="http://schemas.openxmlformats.org/drawingml/2006/main">
            <a:off x="6648450" y="1714500"/>
            <a:ext cx="4933950" cy="1476375"/>
          </a:xfrm>
          <a:prstGeom xmlns:a="http://schemas.openxmlformats.org/drawingml/2006/main" prst="rect">
            <a:avLst/>
          </a:prstGeom>
          <a:solidFill xmlns:a="http://schemas.openxmlformats.org/drawingml/2006/main">
            <a:srgbClr val="F9EFDF"/>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Ảnh thật</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Heuristic và lỗi theo vùng</a:t>
            </a:r>
            <a:br>
              <a:rPr sz="1800">
                <a:solidFill>
                  <a:srgbClr val="192F43"/>
                </a:solidFill>
                <a:latin typeface="Arial"/>
                <a:ea typeface="Arial"/>
                <a:cs typeface="Arial"/>
              </a:rPr>
            </a:br>
            <a:r>
              <a:rPr sz="1800">
                <a:solidFill>
                  <a:srgbClr val="192F43"/>
                </a:solidFill>
                <a:latin typeface="Arial"/>
                <a:ea typeface="Arial"/>
                <a:cs typeface="Arial"/>
              </a:rPr>
              <a:t>BRISQUE / NIQE nếu có</a:t>
            </a:r>
          </a:p>
        </p:txBody>
      </p:sp>
      <p:sp>
        <p:nvSpPr>
          <p:cNvPr id="5" name="">
            <a:extLst xmlns:a="http://schemas.openxmlformats.org/drawingml/2006/main">
              <a:ext uri="{FF2B5EF4-FFF2-40B4-BE49-F238E27FC236}">
                <a16:creationId xmlns:a16="http://schemas.microsoft.com/office/drawing/2014/main" id="{B2096D75-A2DC-4A2A-89B6-967F334BC983}"/>
              </a:ext>
            </a:extLst>
          </p:cNvPr>
          <p:cNvSpPr>
            <a:spLocks xmlns:a="http://schemas.openxmlformats.org/drawingml/2006/main" noGrp="1"/>
          </p:cNvSpPr>
          <p:nvPr/>
        </p:nvSpPr>
        <p:spPr>
          <a:xfrm xmlns:a="http://schemas.openxmlformats.org/drawingml/2006/main">
            <a:off x="3657600" y="4191000"/>
            <a:ext cx="4876800" cy="123825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Quyết định và review</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So mục tiêu, tác dụng phụ và ảnh gốc</a:t>
            </a:r>
          </a:p>
        </p:txBody>
      </p:sp>
      <p:sp>
        <p:nvSpPr>
          <p:cNvPr id="8" name="">
            <a:extLst xmlns:a="http://schemas.openxmlformats.org/drawingml/2006/main">
              <a:ext uri="{FF2B5EF4-FFF2-40B4-BE49-F238E27FC236}">
                <a16:creationId xmlns:a16="http://schemas.microsoft.com/office/drawing/2014/main" id="{1F166089-91ED-45FE-8014-16ACCE6600D2}"/>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PSNR / SSIM chỉ dùng khi có ground truth phù hợp. Điểm heuristic 0–100 là tiêu chí nội bộ.</a:t>
            </a:r>
          </a:p>
        </p:txBody>
      </p:sp>
    </p:spTree>
    <p:extLst>
      <p:ext uri="{BB962C8B-B14F-4D97-AF65-F5344CB8AC3E}">
        <p14:creationId xmlns:p14="http://schemas.microsoft.com/office/powerpoint/2010/main" val="14354409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BC51C74-1356-4EA7-ACAA-5987A9702898}"/>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Dừng, xử lý tiếp và rollback</a:t>
            </a:r>
          </a:p>
        </p:txBody>
      </p:sp>
      <p:sp>
        <p:nvSpPr>
          <p:cNvPr id="2" name="">
            <a:extLst xmlns:a="http://schemas.openxmlformats.org/drawingml/2006/main">
              <a:ext uri="{FF2B5EF4-FFF2-40B4-BE49-F238E27FC236}">
                <a16:creationId xmlns:a16="http://schemas.microsoft.com/office/drawing/2014/main" id="{B219423F-3F07-4D7A-A1F5-CBADE1CD8B17}"/>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BB06FFC1-F969-408B-85A2-3135AF0B0B83}"/>
              </a:ext>
            </a:extLst>
          </p:cNvPr>
          <p:cNvSpPr>
            <a:spLocks xmlns:a="http://schemas.openxmlformats.org/drawingml/2006/main" noGrp="1"/>
          </p:cNvSpPr>
          <p:nvPr/>
        </p:nvSpPr>
        <p:spPr>
          <a:xfrm xmlns:a="http://schemas.openxmlformats.org/drawingml/2006/main">
            <a:off x="4095750" y="1428750"/>
            <a:ext cx="4000500" cy="952500"/>
          </a:xfrm>
          <a:prstGeom xmlns:a="http://schemas.openxmlformats.org/drawingml/2006/main" prst="rect">
            <a:avLst/>
          </a:prstGeom>
          <a:solidFill xmlns:a="http://schemas.openxmlformats.org/drawingml/2006/main">
            <a:srgbClr val="E7EDF5"/>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Đánh giá ứng viên</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Đối chiếu mục tiêu và tác dụng phụ</a:t>
            </a:r>
          </a:p>
        </p:txBody>
      </p:sp>
      <p:sp>
        <p:nvSpPr>
          <p:cNvPr id="4" name="">
            <a:extLst xmlns:a="http://schemas.openxmlformats.org/drawingml/2006/main">
              <a:ext uri="{FF2B5EF4-FFF2-40B4-BE49-F238E27FC236}">
                <a16:creationId xmlns:a16="http://schemas.microsoft.com/office/drawing/2014/main" id="{F719CC52-6491-4673-9E7F-D678AE998E56}"/>
              </a:ext>
            </a:extLst>
          </p:cNvPr>
          <p:cNvSpPr>
            <a:spLocks xmlns:a="http://schemas.openxmlformats.org/drawingml/2006/main" noGrp="1"/>
          </p:cNvSpPr>
          <p:nvPr/>
        </p:nvSpPr>
        <p:spPr>
          <a:xfrm xmlns:a="http://schemas.openxmlformats.org/drawingml/2006/main">
            <a:off x="609600" y="3143250"/>
            <a:ext cx="3048000" cy="1333500"/>
          </a:xfrm>
          <a:prstGeom xmlns:a="http://schemas.openxmlformats.org/drawingml/2006/main" prst="rect">
            <a:avLst/>
          </a:prstGeom>
          <a:solidFill xmlns:a="http://schemas.openxmlformats.org/drawingml/2006/main">
            <a:srgbClr val="F7E9E6"/>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Rollback</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Suy thoái hoặc REJECT</a:t>
            </a:r>
            <a:br>
              <a:rPr sz="1800">
                <a:solidFill>
                  <a:srgbClr val="192F43"/>
                </a:solidFill>
                <a:latin typeface="Arial"/>
                <a:ea typeface="Arial"/>
                <a:cs typeface="Arial"/>
              </a:rPr>
            </a:br>
            <a:r>
              <a:rPr sz="1800">
                <a:solidFill>
                  <a:srgbClr val="192F43"/>
                </a:solidFill>
                <a:latin typeface="Arial"/>
                <a:ea typeface="Arial"/>
                <a:cs typeface="Arial"/>
              </a:rPr>
              <a:t>Trả ảnh trước vòng</a:t>
            </a:r>
          </a:p>
        </p:txBody>
      </p:sp>
      <p:sp>
        <p:nvSpPr>
          <p:cNvPr id="5" name="">
            <a:extLst xmlns:a="http://schemas.openxmlformats.org/drawingml/2006/main">
              <a:ext uri="{FF2B5EF4-FFF2-40B4-BE49-F238E27FC236}">
                <a16:creationId xmlns:a16="http://schemas.microsoft.com/office/drawing/2014/main" id="{CE248AB1-C7FD-4AAC-B998-66107E95FC11}"/>
              </a:ext>
            </a:extLst>
          </p:cNvPr>
          <p:cNvSpPr>
            <a:spLocks xmlns:a="http://schemas.openxmlformats.org/drawingml/2006/main" noGrp="1"/>
          </p:cNvSpPr>
          <p:nvPr/>
        </p:nvSpPr>
        <p:spPr>
          <a:xfrm xmlns:a="http://schemas.openxmlformats.org/drawingml/2006/main">
            <a:off x="4572000" y="3143250"/>
            <a:ext cx="3048000" cy="1333500"/>
          </a:xfrm>
          <a:prstGeom xmlns:a="http://schemas.openxmlformats.org/drawingml/2006/main" prst="rect">
            <a:avLst/>
          </a:prstGeom>
          <a:solidFill xmlns:a="http://schemas.openxmlformats.org/drawingml/2006/main">
            <a:srgbClr val="E3F1F0"/>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Xử lý tiếp</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Còn lỗi có tiến triển</a:t>
            </a:r>
            <a:br>
              <a:rPr sz="1800">
                <a:solidFill>
                  <a:srgbClr val="192F43"/>
                </a:solidFill>
                <a:latin typeface="Arial"/>
                <a:ea typeface="Arial"/>
                <a:cs typeface="Arial"/>
              </a:rPr>
            </a:br>
            <a:r>
              <a:rPr sz="1800">
                <a:solidFill>
                  <a:srgbClr val="192F43"/>
                </a:solidFill>
                <a:latin typeface="Arial"/>
                <a:ea typeface="Arial"/>
                <a:cs typeface="Arial"/>
              </a:rPr>
              <a:t>Và còn lượt</a:t>
            </a:r>
          </a:p>
        </p:txBody>
      </p:sp>
      <p:sp>
        <p:nvSpPr>
          <p:cNvPr id="6" name="">
            <a:extLst xmlns:a="http://schemas.openxmlformats.org/drawingml/2006/main">
              <a:ext uri="{FF2B5EF4-FFF2-40B4-BE49-F238E27FC236}">
                <a16:creationId xmlns:a16="http://schemas.microsoft.com/office/drawing/2014/main" id="{9764D27F-5372-47A1-8DD2-8D4300FEA7E6}"/>
              </a:ext>
            </a:extLst>
          </p:cNvPr>
          <p:cNvSpPr>
            <a:spLocks xmlns:a="http://schemas.openxmlformats.org/drawingml/2006/main" noGrp="1"/>
          </p:cNvSpPr>
          <p:nvPr/>
        </p:nvSpPr>
        <p:spPr>
          <a:xfrm xmlns:a="http://schemas.openxmlformats.org/drawingml/2006/main">
            <a:off x="8534400" y="3143250"/>
            <a:ext cx="3048000" cy="1333500"/>
          </a:xfrm>
          <a:prstGeom xmlns:a="http://schemas.openxmlformats.org/drawingml/2006/main" prst="rect">
            <a:avLst/>
          </a:prstGeom>
          <a:solidFill xmlns:a="http://schemas.openxmlformats.org/drawingml/2006/main">
            <a:srgbClr val="F9EFDF"/>
          </a:solidFill>
          <a:ln xmlns:a="http://schemas.openxmlformats.org/drawingml/2006/main" w="11430">
            <a:solidFill>
              <a:srgbClr val="91A2AF"/>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92F43"/>
                </a:solidFill>
                <a:latin typeface="Arial"/>
                <a:ea typeface="Arial"/>
                <a:cs typeface="Arial"/>
              </a:defRPr>
            </a:defPPr>
            <a:lvl1pPr algn="ctr">
              <a:defRPr sz="1800">
                <a:solidFill>
                  <a:srgbClr val="192F43"/>
                </a:solidFill>
                <a:latin typeface="Arial"/>
                <a:ea typeface="Arial"/>
                <a:cs typeface="Arial"/>
              </a:defRPr>
            </a:lvl1pPr>
            <a:lvl2pPr algn="ctr">
              <a:defRPr sz="1800">
                <a:solidFill>
                  <a:srgbClr val="192F43"/>
                </a:solidFill>
                <a:latin typeface="Arial"/>
                <a:ea typeface="Arial"/>
                <a:cs typeface="Arial"/>
              </a:defRPr>
            </a:lvl2pPr>
            <a:lvl3pPr algn="ctr">
              <a:defRPr sz="1800">
                <a:solidFill>
                  <a:srgbClr val="192F43"/>
                </a:solidFill>
                <a:latin typeface="Arial"/>
                <a:ea typeface="Arial"/>
                <a:cs typeface="Arial"/>
              </a:defRPr>
            </a:lvl3pPr>
            <a:lvl4pPr algn="ctr">
              <a:defRPr sz="1800">
                <a:solidFill>
                  <a:srgbClr val="192F43"/>
                </a:solidFill>
                <a:latin typeface="Arial"/>
                <a:ea typeface="Arial"/>
                <a:cs typeface="Arial"/>
              </a:defRPr>
            </a:lvl4pPr>
            <a:lvl5pPr algn="ctr">
              <a:defRPr sz="1800">
                <a:solidFill>
                  <a:srgbClr val="192F43"/>
                </a:solidFill>
                <a:latin typeface="Arial"/>
                <a:ea typeface="Arial"/>
                <a:cs typeface="Arial"/>
              </a:defRPr>
            </a:lvl5pPr>
            <a:lvl6pPr algn="ctr">
              <a:defRPr sz="1800">
                <a:solidFill>
                  <a:srgbClr val="192F43"/>
                </a:solidFill>
                <a:latin typeface="Arial"/>
                <a:ea typeface="Arial"/>
                <a:cs typeface="Arial"/>
              </a:defRPr>
            </a:lvl6pPr>
            <a:lvl7pPr algn="ctr">
              <a:defRPr sz="1800">
                <a:solidFill>
                  <a:srgbClr val="192F43"/>
                </a:solidFill>
                <a:latin typeface="Arial"/>
                <a:ea typeface="Arial"/>
                <a:cs typeface="Arial"/>
              </a:defRPr>
            </a:lvl7pPr>
            <a:lvl8pPr algn="ctr">
              <a:defRPr sz="1800">
                <a:solidFill>
                  <a:srgbClr val="192F43"/>
                </a:solidFill>
                <a:latin typeface="Arial"/>
                <a:ea typeface="Arial"/>
                <a:cs typeface="Arial"/>
              </a:defRPr>
            </a:lvl8pPr>
            <a:lvl9pPr algn="ctr">
              <a:defRPr sz="1800">
                <a:solidFill>
                  <a:srgbClr val="192F43"/>
                </a:solidFill>
                <a:latin typeface="Arial"/>
                <a:ea typeface="Arial"/>
                <a:cs typeface="Arial"/>
              </a:defRPr>
            </a:lvl9pPr>
          </a:lstStyle>
          <a:p xmlns:a="http://schemas.openxmlformats.org/drawingml/2006/main">
            <a:pPr algn="ctr">
              <a:lnSpc>
                <a:spcPct val="100000"/>
              </a:lnSpc>
              <a:spcAft>
                <a:spcPts val="600"/>
              </a:spcAft>
              <a:buNone/>
              <a:defRPr sz="1800">
                <a:solidFill>
                  <a:srgbClr val="192F43"/>
                </a:solidFill>
                <a:latin typeface="Arial"/>
                <a:ea typeface="Arial"/>
                <a:cs typeface="Arial"/>
              </a:defRPr>
            </a:pPr>
            <a:r>
              <a:rPr sz="1800" b="1">
                <a:solidFill>
                  <a:srgbClr val="192F43"/>
                </a:solidFill>
                <a:latin typeface="Arial"/>
                <a:ea typeface="Arial"/>
                <a:cs typeface="Arial"/>
              </a:rPr>
              <a:t>Dừng</a:t>
            </a:r>
          </a:p>
          <a:p xmlns:a="http://schemas.openxmlformats.org/drawingml/2006/main">
            <a:pPr algn="ctr">
              <a:lnSpc>
                <a:spcPct val="100000"/>
              </a:lnSpc>
              <a:buNone/>
              <a:defRPr sz="1800">
                <a:solidFill>
                  <a:srgbClr val="192F43"/>
                </a:solidFill>
                <a:latin typeface="Arial"/>
                <a:ea typeface="Arial"/>
                <a:cs typeface="Arial"/>
              </a:defRPr>
            </a:pPr>
            <a:r>
              <a:rPr sz="1800">
                <a:solidFill>
                  <a:srgbClr val="192F43"/>
                </a:solidFill>
                <a:latin typeface="Arial"/>
                <a:ea typeface="Arial"/>
                <a:cs typeface="Arial"/>
              </a:rPr>
              <a:t>Đủ điều kiện</a:t>
            </a:r>
            <a:br>
              <a:rPr sz="1800">
                <a:solidFill>
                  <a:srgbClr val="192F43"/>
                </a:solidFill>
                <a:latin typeface="Arial"/>
                <a:ea typeface="Arial"/>
                <a:cs typeface="Arial"/>
              </a:rPr>
            </a:br>
            <a:r>
              <a:rPr sz="1800">
                <a:solidFill>
                  <a:srgbClr val="192F43"/>
                </a:solidFill>
                <a:latin typeface="Arial"/>
                <a:ea typeface="Arial"/>
                <a:cs typeface="Arial"/>
              </a:rPr>
              <a:t>Hoặc hết lượt</a:t>
            </a:r>
          </a:p>
        </p:txBody>
      </p:sp>
      <p:cxnSp>
        <p:nvCxnSpPr>
          <p:cNvPr id="7" name="">
            <a:extLst xmlns:a="http://schemas.openxmlformats.org/drawingml/2006/main">
              <a:ext uri="{FF2B5EF4-FFF2-40B4-BE49-F238E27FC236}">
                <a16:creationId xmlns:a16="http://schemas.microsoft.com/office/drawing/2014/main" id="{D7C4D036-38AE-43AE-8DBF-10D7AE02282D}"/>
              </a:ext>
            </a:extLst>
          </p:cNvPr>
          <p:cNvCxnSpPr/>
          <p:nvPr/>
        </p:nvCxnSpPr>
        <p:spPr>
          <a:xfrm xmlns:a="http://schemas.openxmlformats.org/drawingml/2006/main">
            <a:off x="6096000" y="2381250"/>
            <a:ext cx="0" cy="381000"/>
          </a:xfrm>
          <a:prstGeom xmlns:a="http://schemas.openxmlformats.org/drawingml/2006/main" prst="straightConnector1">
            <a:avLst/>
          </a:prstGeom>
          <a:ln xmlns:a="http://schemas.openxmlformats.org/drawingml/2006/main" w="19050">
            <a:solidFill>
              <a:srgbClr val="617E8F"/>
            </a:solidFill>
          </a:ln>
        </p:spPr>
      </p:cxnSp>
      <p:cxnSp>
        <p:nvCxnSpPr>
          <p:cNvPr id="8" name="">
            <a:extLst xmlns:a="http://schemas.openxmlformats.org/drawingml/2006/main">
              <a:ext uri="{FF2B5EF4-FFF2-40B4-BE49-F238E27FC236}">
                <a16:creationId xmlns:a16="http://schemas.microsoft.com/office/drawing/2014/main" id="{8827BDB5-54BC-4ABD-9256-0071B3C9FF4B}"/>
              </a:ext>
            </a:extLst>
          </p:cNvPr>
          <p:cNvCxnSpPr/>
          <p:nvPr/>
        </p:nvCxnSpPr>
        <p:spPr>
          <a:xfrm xmlns:a="http://schemas.openxmlformats.org/drawingml/2006/main">
            <a:off x="2133600" y="2762250"/>
            <a:ext cx="7924800" cy="0"/>
          </a:xfrm>
          <a:prstGeom xmlns:a="http://schemas.openxmlformats.org/drawingml/2006/main" prst="straightConnector1">
            <a:avLst/>
          </a:prstGeom>
          <a:ln xmlns:a="http://schemas.openxmlformats.org/drawingml/2006/main" w="19050">
            <a:solidFill>
              <a:srgbClr val="617E8F"/>
            </a:solidFill>
          </a:ln>
        </p:spPr>
      </p:cxnSp>
      <p:cxnSp>
        <p:nvCxnSpPr>
          <p:cNvPr id="9" name="">
            <a:extLst xmlns:a="http://schemas.openxmlformats.org/drawingml/2006/main">
              <a:ext uri="{FF2B5EF4-FFF2-40B4-BE49-F238E27FC236}">
                <a16:creationId xmlns:a16="http://schemas.microsoft.com/office/drawing/2014/main" id="{FECB8DC6-0EBD-4079-95F6-714DD86B14F6}"/>
              </a:ext>
            </a:extLst>
          </p:cNvPr>
          <p:cNvCxnSpPr/>
          <p:nvPr/>
        </p:nvCxnSpPr>
        <p:spPr>
          <a:xfrm xmlns:a="http://schemas.openxmlformats.org/drawingml/2006/main">
            <a:off x="2133600" y="2762250"/>
            <a:ext cx="0" cy="38100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10" name="">
            <a:extLst xmlns:a="http://schemas.openxmlformats.org/drawingml/2006/main">
              <a:ext uri="{FF2B5EF4-FFF2-40B4-BE49-F238E27FC236}">
                <a16:creationId xmlns:a16="http://schemas.microsoft.com/office/drawing/2014/main" id="{B2710B10-6A16-4688-8D57-F67F04EE8EB1}"/>
              </a:ext>
            </a:extLst>
          </p:cNvPr>
          <p:cNvCxnSpPr/>
          <p:nvPr/>
        </p:nvCxnSpPr>
        <p:spPr>
          <a:xfrm xmlns:a="http://schemas.openxmlformats.org/drawingml/2006/main">
            <a:off x="6096000" y="2762250"/>
            <a:ext cx="0" cy="381000"/>
          </a:xfrm>
          <a:prstGeom xmlns:a="http://schemas.openxmlformats.org/drawingml/2006/main" prst="straightConnector1">
            <a:avLst/>
          </a:prstGeom>
          <a:ln xmlns:a="http://schemas.openxmlformats.org/drawingml/2006/main" w="19050">
            <a:solidFill>
              <a:srgbClr val="617E8F"/>
            </a:solidFill>
            <a:tailEnd type="triangle" w="med" len="med"/>
          </a:ln>
        </p:spPr>
      </p:cxnSp>
      <p:cxnSp>
        <p:nvCxnSpPr>
          <p:cNvPr id="11" name="">
            <a:extLst xmlns:a="http://schemas.openxmlformats.org/drawingml/2006/main">
              <a:ext uri="{FF2B5EF4-FFF2-40B4-BE49-F238E27FC236}">
                <a16:creationId xmlns:a16="http://schemas.microsoft.com/office/drawing/2014/main" id="{B8913B7D-C7A8-42FF-893E-32072DD37A57}"/>
              </a:ext>
            </a:extLst>
          </p:cNvPr>
          <p:cNvCxnSpPr/>
          <p:nvPr/>
        </p:nvCxnSpPr>
        <p:spPr>
          <a:xfrm xmlns:a="http://schemas.openxmlformats.org/drawingml/2006/main">
            <a:off x="10058400" y="2762250"/>
            <a:ext cx="0" cy="381000"/>
          </a:xfrm>
          <a:prstGeom xmlns:a="http://schemas.openxmlformats.org/drawingml/2006/main" prst="straightConnector1">
            <a:avLst/>
          </a:prstGeom>
          <a:ln xmlns:a="http://schemas.openxmlformats.org/drawingml/2006/main" w="19050">
            <a:solidFill>
              <a:srgbClr val="617E8F"/>
            </a:solidFill>
            <a:tailEnd type="triangle" w="med" len="med"/>
          </a:ln>
        </p:spPr>
      </p:cxnSp>
      <p:sp>
        <p:nvSpPr>
          <p:cNvPr id="12" name="">
            <a:extLst xmlns:a="http://schemas.openxmlformats.org/drawingml/2006/main">
              <a:ext uri="{FF2B5EF4-FFF2-40B4-BE49-F238E27FC236}">
                <a16:creationId xmlns:a16="http://schemas.microsoft.com/office/drawing/2014/main" id="{E573C984-AF41-4131-A753-F7622F124852}"/>
              </a:ext>
            </a:extLst>
          </p:cNvPr>
          <p:cNvSpPr>
            <a:spLocks xmlns:a="http://schemas.openxmlformats.org/drawingml/2006/main" noGrp="1"/>
          </p:cNvSpPr>
          <p:nvPr/>
        </p:nvSpPr>
        <p:spPr>
          <a:xfrm xmlns:a="http://schemas.openxmlformats.org/drawingml/2006/main">
            <a:off x="609600" y="47720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67C83"/>
                </a:solidFill>
                <a:latin typeface="Arial"/>
                <a:ea typeface="Arial"/>
                <a:cs typeface="Arial"/>
              </a:defRPr>
            </a:defPPr>
            <a:lvl1pPr algn="l">
              <a:defRPr sz="2550" b="1">
                <a:solidFill>
                  <a:srgbClr val="267C83"/>
                </a:solidFill>
                <a:latin typeface="Arial"/>
                <a:ea typeface="Arial"/>
                <a:cs typeface="Arial"/>
              </a:defRPr>
            </a:lvl1pPr>
            <a:lvl2pPr algn="l">
              <a:defRPr sz="2550" b="1">
                <a:solidFill>
                  <a:srgbClr val="267C83"/>
                </a:solidFill>
                <a:latin typeface="Arial"/>
                <a:ea typeface="Arial"/>
                <a:cs typeface="Arial"/>
              </a:defRPr>
            </a:lvl2pPr>
            <a:lvl3pPr algn="l">
              <a:defRPr sz="2550" b="1">
                <a:solidFill>
                  <a:srgbClr val="267C83"/>
                </a:solidFill>
                <a:latin typeface="Arial"/>
                <a:ea typeface="Arial"/>
                <a:cs typeface="Arial"/>
              </a:defRPr>
            </a:lvl3pPr>
            <a:lvl4pPr algn="l">
              <a:defRPr sz="2550" b="1">
                <a:solidFill>
                  <a:srgbClr val="267C83"/>
                </a:solidFill>
                <a:latin typeface="Arial"/>
                <a:ea typeface="Arial"/>
                <a:cs typeface="Arial"/>
              </a:defRPr>
            </a:lvl4pPr>
            <a:lvl5pPr algn="l">
              <a:defRPr sz="2550" b="1">
                <a:solidFill>
                  <a:srgbClr val="267C83"/>
                </a:solidFill>
                <a:latin typeface="Arial"/>
                <a:ea typeface="Arial"/>
                <a:cs typeface="Arial"/>
              </a:defRPr>
            </a:lvl5pPr>
            <a:lvl6pPr algn="l">
              <a:defRPr sz="2550" b="1">
                <a:solidFill>
                  <a:srgbClr val="267C83"/>
                </a:solidFill>
                <a:latin typeface="Arial"/>
                <a:ea typeface="Arial"/>
                <a:cs typeface="Arial"/>
              </a:defRPr>
            </a:lvl6pPr>
            <a:lvl7pPr algn="l">
              <a:defRPr sz="2550" b="1">
                <a:solidFill>
                  <a:srgbClr val="267C83"/>
                </a:solidFill>
                <a:latin typeface="Arial"/>
                <a:ea typeface="Arial"/>
                <a:cs typeface="Arial"/>
              </a:defRPr>
            </a:lvl7pPr>
            <a:lvl8pPr algn="l">
              <a:defRPr sz="2550" b="1">
                <a:solidFill>
                  <a:srgbClr val="267C83"/>
                </a:solidFill>
                <a:latin typeface="Arial"/>
                <a:ea typeface="Arial"/>
                <a:cs typeface="Arial"/>
              </a:defRPr>
            </a:lvl8pPr>
            <a:lvl9pPr algn="l">
              <a:defRPr sz="2550" b="1">
                <a:solidFill>
                  <a:srgbClr val="267C83"/>
                </a:solidFill>
                <a:latin typeface="Arial"/>
                <a:ea typeface="Arial"/>
                <a:cs typeface="Arial"/>
              </a:defRPr>
            </a:lvl9pPr>
          </a:lstStyle>
          <a:p xmlns:a="http://schemas.openxmlformats.org/drawingml/2006/main">
            <a:pPr algn="l">
              <a:lnSpc>
                <a:spcPct val="108000"/>
              </a:lnSpc>
              <a:buNone/>
              <a:defRPr sz="2550" b="1">
                <a:solidFill>
                  <a:srgbClr val="267C83"/>
                </a:solidFill>
                <a:latin typeface="Arial"/>
                <a:ea typeface="Arial"/>
                <a:cs typeface="Arial"/>
              </a:defRPr>
            </a:pPr>
            <a:r>
              <a:rPr sz="2550" b="1">
                <a:solidFill>
                  <a:srgbClr val="267C83"/>
                </a:solidFill>
                <a:latin typeface="Arial"/>
                <a:ea typeface="Arial"/>
                <a:cs typeface="Arial"/>
              </a:rPr>
              <a:t>Giới hạn mặc định: 3 vòng</a:t>
            </a:r>
          </a:p>
        </p:txBody>
      </p:sp>
      <p:sp>
        <p:nvSpPr>
          <p:cNvPr id="13" name="">
            <a:extLst xmlns:a="http://schemas.openxmlformats.org/drawingml/2006/main">
              <a:ext uri="{FF2B5EF4-FFF2-40B4-BE49-F238E27FC236}">
                <a16:creationId xmlns:a16="http://schemas.microsoft.com/office/drawing/2014/main" id="{D45562E8-6085-485B-9C74-0B00C4058EA2}"/>
              </a:ext>
            </a:extLst>
          </p:cNvPr>
          <p:cNvSpPr>
            <a:spLocks xmlns:a="http://schemas.openxmlformats.org/drawingml/2006/main" noGrp="1"/>
          </p:cNvSpPr>
          <p:nvPr/>
        </p:nvSpPr>
        <p:spPr>
          <a:xfrm xmlns:a="http://schemas.openxmlformats.org/drawingml/2006/main">
            <a:off x="609600" y="53625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92F43"/>
                </a:solidFill>
                <a:latin typeface="Arial"/>
                <a:ea typeface="Arial"/>
                <a:cs typeface="Arial"/>
              </a:defRPr>
            </a:defPPr>
            <a:lvl1pPr algn="l">
              <a:defRPr sz="2100" b="0">
                <a:solidFill>
                  <a:srgbClr val="192F43"/>
                </a:solidFill>
                <a:latin typeface="Arial"/>
                <a:ea typeface="Arial"/>
                <a:cs typeface="Arial"/>
              </a:defRPr>
            </a:lvl1pPr>
            <a:lvl2pPr algn="l">
              <a:defRPr sz="2100" b="0">
                <a:solidFill>
                  <a:srgbClr val="192F43"/>
                </a:solidFill>
                <a:latin typeface="Arial"/>
                <a:ea typeface="Arial"/>
                <a:cs typeface="Arial"/>
              </a:defRPr>
            </a:lvl2pPr>
            <a:lvl3pPr algn="l">
              <a:defRPr sz="2100" b="0">
                <a:solidFill>
                  <a:srgbClr val="192F43"/>
                </a:solidFill>
                <a:latin typeface="Arial"/>
                <a:ea typeface="Arial"/>
                <a:cs typeface="Arial"/>
              </a:defRPr>
            </a:lvl3pPr>
            <a:lvl4pPr algn="l">
              <a:defRPr sz="2100" b="0">
                <a:solidFill>
                  <a:srgbClr val="192F43"/>
                </a:solidFill>
                <a:latin typeface="Arial"/>
                <a:ea typeface="Arial"/>
                <a:cs typeface="Arial"/>
              </a:defRPr>
            </a:lvl4pPr>
            <a:lvl5pPr algn="l">
              <a:defRPr sz="2100" b="0">
                <a:solidFill>
                  <a:srgbClr val="192F43"/>
                </a:solidFill>
                <a:latin typeface="Arial"/>
                <a:ea typeface="Arial"/>
                <a:cs typeface="Arial"/>
              </a:defRPr>
            </a:lvl5pPr>
            <a:lvl6pPr algn="l">
              <a:defRPr sz="2100" b="0">
                <a:solidFill>
                  <a:srgbClr val="192F43"/>
                </a:solidFill>
                <a:latin typeface="Arial"/>
                <a:ea typeface="Arial"/>
                <a:cs typeface="Arial"/>
              </a:defRPr>
            </a:lvl6pPr>
            <a:lvl7pPr algn="l">
              <a:defRPr sz="2100" b="0">
                <a:solidFill>
                  <a:srgbClr val="192F43"/>
                </a:solidFill>
                <a:latin typeface="Arial"/>
                <a:ea typeface="Arial"/>
                <a:cs typeface="Arial"/>
              </a:defRPr>
            </a:lvl7pPr>
            <a:lvl8pPr algn="l">
              <a:defRPr sz="2100" b="0">
                <a:solidFill>
                  <a:srgbClr val="192F43"/>
                </a:solidFill>
                <a:latin typeface="Arial"/>
                <a:ea typeface="Arial"/>
                <a:cs typeface="Arial"/>
              </a:defRPr>
            </a:lvl8pPr>
            <a:lvl9pPr algn="l">
              <a:defRPr sz="2100" b="0">
                <a:solidFill>
                  <a:srgbClr val="192F43"/>
                </a:solidFill>
                <a:latin typeface="Arial"/>
                <a:ea typeface="Arial"/>
                <a:cs typeface="Arial"/>
              </a:defRPr>
            </a:lvl9pPr>
          </a:lstStyle>
          <a:p xmlns:a="http://schemas.openxmlformats.org/drawingml/2006/main">
            <a:pPr algn="l">
              <a:lnSpc>
                <a:spcPct val="108000"/>
              </a:lnSpc>
              <a:buNone/>
              <a:defRPr sz="2100" b="0">
                <a:solidFill>
                  <a:srgbClr val="192F43"/>
                </a:solidFill>
                <a:latin typeface="Arial"/>
                <a:ea typeface="Arial"/>
                <a:cs typeface="Arial"/>
              </a:defRPr>
            </a:pPr>
            <a:r>
              <a:rPr sz="2100" b="0">
                <a:solidFill>
                  <a:srgbClr val="192F43"/>
                </a:solidFill>
                <a:latin typeface="Arial"/>
                <a:ea typeface="Arial"/>
                <a:cs typeface="Arial"/>
              </a:rPr>
              <a:t>ACCEPTED cần đúng ảnh trả được chấp nhận</a:t>
            </a:r>
          </a:p>
          <a:p xmlns:a="http://schemas.openxmlformats.org/drawingml/2006/main">
            <a:pPr algn="l">
              <a:lnSpc>
                <a:spcPct val="108000"/>
              </a:lnSpc>
              <a:buNone/>
              <a:defRPr sz="2100" b="0">
                <a:solidFill>
                  <a:srgbClr val="192F43"/>
                </a:solidFill>
                <a:latin typeface="Arial"/>
                <a:ea typeface="Arial"/>
                <a:cs typeface="Arial"/>
              </a:defRPr>
            </a:pPr>
            <a:r>
              <a:rPr sz="2100" b="0">
                <a:solidFill>
                  <a:srgbClr val="192F43"/>
                </a:solidFill>
                <a:latin typeface="Arial"/>
                <a:ea typeface="Arial"/>
                <a:cs typeface="Arial"/>
              </a:rPr>
              <a:t>Thiếu review hợp lệ: UNVERIFIED</a:t>
            </a:r>
          </a:p>
        </p:txBody>
      </p:sp>
      <p:sp>
        <p:nvSpPr>
          <p:cNvPr id="14" name="">
            <a:extLst xmlns:a="http://schemas.openxmlformats.org/drawingml/2006/main">
              <a:ext uri="{FF2B5EF4-FFF2-40B4-BE49-F238E27FC236}">
                <a16:creationId xmlns:a16="http://schemas.microsoft.com/office/drawing/2014/main" id="{E8E194FE-7E53-4593-911B-F6FE5A388A66}"/>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Plan rỗng, không đổi pixel hoặc bão hòa có thể dừng sớm. Finalize phân biệt dừng với được chấp nhận.</a:t>
            </a:r>
          </a:p>
        </p:txBody>
      </p:sp>
    </p:spTree>
    <p:extLst>
      <p:ext uri="{BB962C8B-B14F-4D97-AF65-F5344CB8AC3E}">
        <p14:creationId xmlns:p14="http://schemas.microsoft.com/office/powerpoint/2010/main" val="17461254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A68139-22D8-460D-9213-97A419EC4E9F}"/>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Benchmark từng thuật toán</a:t>
            </a:r>
          </a:p>
        </p:txBody>
      </p:sp>
      <p:sp>
        <p:nvSpPr>
          <p:cNvPr id="2" name="">
            <a:extLst xmlns:a="http://schemas.openxmlformats.org/drawingml/2006/main">
              <a:ext uri="{FF2B5EF4-FFF2-40B4-BE49-F238E27FC236}">
                <a16:creationId xmlns:a16="http://schemas.microsoft.com/office/drawing/2014/main" id="{5056255E-B294-4A32-B576-FB76D6CE7507}"/>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14</a:t>
            </a:r>
          </a:p>
        </p:txBody>
      </p:sp>
      <p:graphicFrame>
        <p:nvGraphicFramePr>
          <p:cNvPr id="3" name="Chart">
            <a:extLst xmlns:a="http://schemas.openxmlformats.org/drawingml/2006/main">
              <a:ext uri="{FF2B5EF4-FFF2-40B4-BE49-F238E27FC236}">
                <a16:creationId xmlns:a16="http://schemas.microsoft.com/office/drawing/2014/main" id="{B28ADE6E-BA53-4E9E-A4A3-0CC93A7DE98A}"/>
              </a:ext>
            </a:extLst>
          </p:cNvPr>
          <p:cNvGraphicFramePr/>
          <p:nvPr/>
        </p:nvGraphicFramePr>
        <p:xfrm>
          <a:off xmlns:a="http://schemas.openxmlformats.org/drawingml/2006/main" x="609600" y="1524000"/>
          <a:ext xmlns:a="http://schemas.openxmlformats.org/drawingml/2006/main" cx="7810500" cy="4191000"/>
        </p:xfrm>
        <a:graphic xmlns:a="http://schemas.openxmlformats.org/drawingml/2006/main">
          <a:graphicData uri="http://schemas.openxmlformats.org/drawingml/2006/chart">
            <c:chart xmlns:r="http://schemas.openxmlformats.org/officeDocument/2006/relationships" xmlns:c="http://schemas.openxmlformats.org/drawingml/2006/chart" r:id="Readf2e2944594189"/>
          </a:graphicData>
        </a:graphic>
      </p:graphicFrame>
      <p:sp>
        <p:nvSpPr>
          <p:cNvPr id="4" name="">
            <a:extLst xmlns:a="http://schemas.openxmlformats.org/drawingml/2006/main">
              <a:ext uri="{FF2B5EF4-FFF2-40B4-BE49-F238E27FC236}">
                <a16:creationId xmlns:a16="http://schemas.microsoft.com/office/drawing/2014/main" id="{7CD54B5D-37CF-429B-88A4-BDFBE8FF1162}"/>
              </a:ext>
            </a:extLst>
          </p:cNvPr>
          <p:cNvSpPr>
            <a:spLocks xmlns:a="http://schemas.openxmlformats.org/drawingml/2006/main" noGrp="1"/>
          </p:cNvSpPr>
          <p:nvPr/>
        </p:nvSpPr>
        <p:spPr>
          <a:xfrm xmlns:a="http://schemas.openxmlformats.org/drawingml/2006/main">
            <a:off x="8953500" y="1809750"/>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67C83"/>
                </a:solidFill>
                <a:latin typeface="Arial"/>
                <a:ea typeface="Arial"/>
                <a:cs typeface="Arial"/>
              </a:defRPr>
            </a:defPPr>
            <a:lvl1pPr algn="l">
              <a:defRPr sz="2775" b="1">
                <a:solidFill>
                  <a:srgbClr val="267C83"/>
                </a:solidFill>
                <a:latin typeface="Arial"/>
                <a:ea typeface="Arial"/>
                <a:cs typeface="Arial"/>
              </a:defRPr>
            </a:lvl1pPr>
            <a:lvl2pPr algn="l">
              <a:defRPr sz="2775" b="1">
                <a:solidFill>
                  <a:srgbClr val="267C83"/>
                </a:solidFill>
                <a:latin typeface="Arial"/>
                <a:ea typeface="Arial"/>
                <a:cs typeface="Arial"/>
              </a:defRPr>
            </a:lvl2pPr>
            <a:lvl3pPr algn="l">
              <a:defRPr sz="2775" b="1">
                <a:solidFill>
                  <a:srgbClr val="267C83"/>
                </a:solidFill>
                <a:latin typeface="Arial"/>
                <a:ea typeface="Arial"/>
                <a:cs typeface="Arial"/>
              </a:defRPr>
            </a:lvl3pPr>
            <a:lvl4pPr algn="l">
              <a:defRPr sz="2775" b="1">
                <a:solidFill>
                  <a:srgbClr val="267C83"/>
                </a:solidFill>
                <a:latin typeface="Arial"/>
                <a:ea typeface="Arial"/>
                <a:cs typeface="Arial"/>
              </a:defRPr>
            </a:lvl4pPr>
            <a:lvl5pPr algn="l">
              <a:defRPr sz="2775" b="1">
                <a:solidFill>
                  <a:srgbClr val="267C83"/>
                </a:solidFill>
                <a:latin typeface="Arial"/>
                <a:ea typeface="Arial"/>
                <a:cs typeface="Arial"/>
              </a:defRPr>
            </a:lvl5pPr>
            <a:lvl6pPr algn="l">
              <a:defRPr sz="2775" b="1">
                <a:solidFill>
                  <a:srgbClr val="267C83"/>
                </a:solidFill>
                <a:latin typeface="Arial"/>
                <a:ea typeface="Arial"/>
                <a:cs typeface="Arial"/>
              </a:defRPr>
            </a:lvl6pPr>
            <a:lvl7pPr algn="l">
              <a:defRPr sz="2775" b="1">
                <a:solidFill>
                  <a:srgbClr val="267C83"/>
                </a:solidFill>
                <a:latin typeface="Arial"/>
                <a:ea typeface="Arial"/>
                <a:cs typeface="Arial"/>
              </a:defRPr>
            </a:lvl7pPr>
            <a:lvl8pPr algn="l">
              <a:defRPr sz="2775" b="1">
                <a:solidFill>
                  <a:srgbClr val="267C83"/>
                </a:solidFill>
                <a:latin typeface="Arial"/>
                <a:ea typeface="Arial"/>
                <a:cs typeface="Arial"/>
              </a:defRPr>
            </a:lvl8pPr>
            <a:lvl9pPr algn="l">
              <a:defRPr sz="2775" b="1">
                <a:solidFill>
                  <a:srgbClr val="267C83"/>
                </a:solidFill>
                <a:latin typeface="Arial"/>
                <a:ea typeface="Arial"/>
                <a:cs typeface="Arial"/>
              </a:defRPr>
            </a:lvl9pPr>
          </a:lstStyle>
          <a:p xmlns:a="http://schemas.openxmlformats.org/drawingml/2006/main">
            <a:pPr algn="l">
              <a:lnSpc>
                <a:spcPct val="108000"/>
              </a:lnSpc>
              <a:buNone/>
              <a:defRPr sz="2775" b="1">
                <a:solidFill>
                  <a:srgbClr val="267C83"/>
                </a:solidFill>
                <a:latin typeface="Arial"/>
                <a:ea typeface="Arial"/>
                <a:cs typeface="Arial"/>
              </a:defRPr>
            </a:pPr>
            <a:r>
              <a:rPr sz="2775" b="1">
                <a:solidFill>
                  <a:srgbClr val="267C83"/>
                </a:solidFill>
                <a:latin typeface="Arial"/>
                <a:ea typeface="Arial"/>
                <a:cs typeface="Arial"/>
              </a:rPr>
              <a:t>4 ảnh mẫu</a:t>
            </a:r>
          </a:p>
        </p:txBody>
      </p:sp>
      <p:sp>
        <p:nvSpPr>
          <p:cNvPr id="5" name="">
            <a:extLst xmlns:a="http://schemas.openxmlformats.org/drawingml/2006/main">
              <a:ext uri="{FF2B5EF4-FFF2-40B4-BE49-F238E27FC236}">
                <a16:creationId xmlns:a16="http://schemas.microsoft.com/office/drawing/2014/main" id="{D08CE935-4386-4285-8D25-21D76FC9364D}"/>
              </a:ext>
            </a:extLst>
          </p:cNvPr>
          <p:cNvSpPr>
            <a:spLocks xmlns:a="http://schemas.openxmlformats.org/drawingml/2006/main" noGrp="1"/>
          </p:cNvSpPr>
          <p:nvPr/>
        </p:nvSpPr>
        <p:spPr>
          <a:xfrm xmlns:a="http://schemas.openxmlformats.org/drawingml/2006/main">
            <a:off x="8953500" y="2533650"/>
            <a:ext cx="2609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2F43"/>
                </a:solidFill>
                <a:latin typeface="Arial"/>
                <a:ea typeface="Arial"/>
                <a:cs typeface="Arial"/>
              </a:defRPr>
            </a:defPPr>
            <a:lvl1pPr algn="l">
              <a:defRPr sz="2025" b="0">
                <a:solidFill>
                  <a:srgbClr val="192F43"/>
                </a:solidFill>
                <a:latin typeface="Arial"/>
                <a:ea typeface="Arial"/>
                <a:cs typeface="Arial"/>
              </a:defRPr>
            </a:lvl1pPr>
            <a:lvl2pPr algn="l">
              <a:defRPr sz="2025" b="0">
                <a:solidFill>
                  <a:srgbClr val="192F43"/>
                </a:solidFill>
                <a:latin typeface="Arial"/>
                <a:ea typeface="Arial"/>
                <a:cs typeface="Arial"/>
              </a:defRPr>
            </a:lvl2pPr>
            <a:lvl3pPr algn="l">
              <a:defRPr sz="2025" b="0">
                <a:solidFill>
                  <a:srgbClr val="192F43"/>
                </a:solidFill>
                <a:latin typeface="Arial"/>
                <a:ea typeface="Arial"/>
                <a:cs typeface="Arial"/>
              </a:defRPr>
            </a:lvl3pPr>
            <a:lvl4pPr algn="l">
              <a:defRPr sz="2025" b="0">
                <a:solidFill>
                  <a:srgbClr val="192F43"/>
                </a:solidFill>
                <a:latin typeface="Arial"/>
                <a:ea typeface="Arial"/>
                <a:cs typeface="Arial"/>
              </a:defRPr>
            </a:lvl4pPr>
            <a:lvl5pPr algn="l">
              <a:defRPr sz="2025" b="0">
                <a:solidFill>
                  <a:srgbClr val="192F43"/>
                </a:solidFill>
                <a:latin typeface="Arial"/>
                <a:ea typeface="Arial"/>
                <a:cs typeface="Arial"/>
              </a:defRPr>
            </a:lvl5pPr>
            <a:lvl6pPr algn="l">
              <a:defRPr sz="2025" b="0">
                <a:solidFill>
                  <a:srgbClr val="192F43"/>
                </a:solidFill>
                <a:latin typeface="Arial"/>
                <a:ea typeface="Arial"/>
                <a:cs typeface="Arial"/>
              </a:defRPr>
            </a:lvl6pPr>
            <a:lvl7pPr algn="l">
              <a:defRPr sz="2025" b="0">
                <a:solidFill>
                  <a:srgbClr val="192F43"/>
                </a:solidFill>
                <a:latin typeface="Arial"/>
                <a:ea typeface="Arial"/>
                <a:cs typeface="Arial"/>
              </a:defRPr>
            </a:lvl7pPr>
            <a:lvl8pPr algn="l">
              <a:defRPr sz="2025" b="0">
                <a:solidFill>
                  <a:srgbClr val="192F43"/>
                </a:solidFill>
                <a:latin typeface="Arial"/>
                <a:ea typeface="Arial"/>
                <a:cs typeface="Arial"/>
              </a:defRPr>
            </a:lvl8pPr>
            <a:lvl9pPr algn="l">
              <a:defRPr sz="2025" b="0">
                <a:solidFill>
                  <a:srgbClr val="192F43"/>
                </a:solidFill>
                <a:latin typeface="Arial"/>
                <a:ea typeface="Arial"/>
                <a:cs typeface="Arial"/>
              </a:defRPr>
            </a:lvl9pPr>
          </a:lstStyle>
          <a:p xmlns:a="http://schemas.openxmlformats.org/drawingml/2006/main">
            <a:pPr algn="l">
              <a:lnSpc>
                <a:spcPct val="108000"/>
              </a:lnSpc>
              <a:buNone/>
              <a:defRPr sz="2025" b="0">
                <a:solidFill>
                  <a:srgbClr val="192F43"/>
                </a:solidFill>
                <a:latin typeface="Arial"/>
                <a:ea typeface="Arial"/>
                <a:cs typeface="Arial"/>
              </a:defRPr>
            </a:pPr>
            <a:r>
              <a:rPr sz="2025" b="0">
                <a:solidFill>
                  <a:srgbClr val="192F43"/>
                </a:solidFill>
                <a:latin typeface="Arial"/>
                <a:ea typeface="Arial"/>
                <a:cs typeface="Arial"/>
              </a:rPr>
              <a:t>Cạnh dài 384 px</a:t>
            </a:r>
          </a:p>
          <a:p xmlns:a="http://schemas.openxmlformats.org/drawingml/2006/main">
            <a:pPr algn="l">
              <a:lnSpc>
                <a:spcPct val="108000"/>
              </a:lnSpc>
              <a:buNone/>
              <a:defRPr sz="2025" b="0">
                <a:solidFill>
                  <a:srgbClr val="192F43"/>
                </a:solidFill>
                <a:latin typeface="Arial"/>
                <a:ea typeface="Arial"/>
                <a:cs typeface="Arial"/>
              </a:defRPr>
            </a:pPr>
            <a:r>
              <a:rPr sz="2025" b="0">
                <a:solidFill>
                  <a:srgbClr val="192F43"/>
                </a:solidFill>
                <a:latin typeface="Arial"/>
                <a:ea typeface="Arial"/>
                <a:cs typeface="Arial"/>
              </a:rPr>
              <a:t>Seed 2026</a:t>
            </a:r>
          </a:p>
        </p:txBody>
      </p:sp>
      <p:sp>
        <p:nvSpPr>
          <p:cNvPr id="6" name="">
            <a:extLst xmlns:a="http://schemas.openxmlformats.org/drawingml/2006/main">
              <a:ext uri="{FF2B5EF4-FFF2-40B4-BE49-F238E27FC236}">
                <a16:creationId xmlns:a16="http://schemas.microsoft.com/office/drawing/2014/main" id="{746A0B6B-C6C6-43AE-9A59-3EA4BE4A9671}"/>
              </a:ext>
            </a:extLst>
          </p:cNvPr>
          <p:cNvSpPr>
            <a:spLocks xmlns:a="http://schemas.openxmlformats.org/drawingml/2006/main" noGrp="1"/>
          </p:cNvSpPr>
          <p:nvPr/>
        </p:nvSpPr>
        <p:spPr>
          <a:xfrm xmlns:a="http://schemas.openxmlformats.org/drawingml/2006/main">
            <a:off x="8953500" y="4133850"/>
            <a:ext cx="2609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92F43"/>
                </a:solidFill>
                <a:latin typeface="Arial"/>
                <a:ea typeface="Arial"/>
                <a:cs typeface="Arial"/>
              </a:defRPr>
            </a:defPPr>
            <a:lvl1pPr algn="l">
              <a:defRPr sz="2025" b="1">
                <a:solidFill>
                  <a:srgbClr val="192F43"/>
                </a:solidFill>
                <a:latin typeface="Arial"/>
                <a:ea typeface="Arial"/>
                <a:cs typeface="Arial"/>
              </a:defRPr>
            </a:lvl1pPr>
            <a:lvl2pPr algn="l">
              <a:defRPr sz="2025" b="1">
                <a:solidFill>
                  <a:srgbClr val="192F43"/>
                </a:solidFill>
                <a:latin typeface="Arial"/>
                <a:ea typeface="Arial"/>
                <a:cs typeface="Arial"/>
              </a:defRPr>
            </a:lvl2pPr>
            <a:lvl3pPr algn="l">
              <a:defRPr sz="2025" b="1">
                <a:solidFill>
                  <a:srgbClr val="192F43"/>
                </a:solidFill>
                <a:latin typeface="Arial"/>
                <a:ea typeface="Arial"/>
                <a:cs typeface="Arial"/>
              </a:defRPr>
            </a:lvl3pPr>
            <a:lvl4pPr algn="l">
              <a:defRPr sz="2025" b="1">
                <a:solidFill>
                  <a:srgbClr val="192F43"/>
                </a:solidFill>
                <a:latin typeface="Arial"/>
                <a:ea typeface="Arial"/>
                <a:cs typeface="Arial"/>
              </a:defRPr>
            </a:lvl4pPr>
            <a:lvl5pPr algn="l">
              <a:defRPr sz="2025" b="1">
                <a:solidFill>
                  <a:srgbClr val="192F43"/>
                </a:solidFill>
                <a:latin typeface="Arial"/>
                <a:ea typeface="Arial"/>
                <a:cs typeface="Arial"/>
              </a:defRPr>
            </a:lvl5pPr>
            <a:lvl6pPr algn="l">
              <a:defRPr sz="2025" b="1">
                <a:solidFill>
                  <a:srgbClr val="192F43"/>
                </a:solidFill>
                <a:latin typeface="Arial"/>
                <a:ea typeface="Arial"/>
                <a:cs typeface="Arial"/>
              </a:defRPr>
            </a:lvl6pPr>
            <a:lvl7pPr algn="l">
              <a:defRPr sz="2025" b="1">
                <a:solidFill>
                  <a:srgbClr val="192F43"/>
                </a:solidFill>
                <a:latin typeface="Arial"/>
                <a:ea typeface="Arial"/>
                <a:cs typeface="Arial"/>
              </a:defRPr>
            </a:lvl7pPr>
            <a:lvl8pPr algn="l">
              <a:defRPr sz="2025" b="1">
                <a:solidFill>
                  <a:srgbClr val="192F43"/>
                </a:solidFill>
                <a:latin typeface="Arial"/>
                <a:ea typeface="Arial"/>
                <a:cs typeface="Arial"/>
              </a:defRPr>
            </a:lvl8pPr>
            <a:lvl9pPr algn="l">
              <a:defRPr sz="2025" b="1">
                <a:solidFill>
                  <a:srgbClr val="192F43"/>
                </a:solidFill>
                <a:latin typeface="Arial"/>
                <a:ea typeface="Arial"/>
                <a:cs typeface="Arial"/>
              </a:defRPr>
            </a:lvl9pPr>
          </a:lstStyle>
          <a:p xmlns:a="http://schemas.openxmlformats.org/drawingml/2006/main">
            <a:pPr algn="l">
              <a:lnSpc>
                <a:spcPct val="108000"/>
              </a:lnSpc>
              <a:buNone/>
              <a:defRPr sz="2025" b="1">
                <a:solidFill>
                  <a:srgbClr val="192F43"/>
                </a:solidFill>
                <a:latin typeface="Arial"/>
                <a:ea typeface="Arial"/>
                <a:cs typeface="Arial"/>
              </a:defRPr>
            </a:pPr>
            <a:r>
              <a:rPr sz="2025" b="1">
                <a:solidFill>
                  <a:srgbClr val="192F43"/>
                </a:solidFill>
                <a:latin typeface="Arial"/>
                <a:ea typeface="Arial"/>
                <a:cs typeface="Arial"/>
              </a:rPr>
              <a:t>Tham số chọn</a:t>
            </a:r>
          </a:p>
          <a:p xmlns:a="http://schemas.openxmlformats.org/drawingml/2006/main">
            <a:pPr algn="l">
              <a:lnSpc>
                <a:spcPct val="108000"/>
              </a:lnSpc>
              <a:buNone/>
              <a:defRPr sz="2025" b="1">
                <a:solidFill>
                  <a:srgbClr val="192F43"/>
                </a:solidFill>
                <a:latin typeface="Arial"/>
                <a:ea typeface="Arial"/>
                <a:cs typeface="Arial"/>
              </a:defRPr>
            </a:pPr>
            <a:r>
              <a:rPr sz="2025" b="1">
                <a:solidFill>
                  <a:srgbClr val="192F43"/>
                </a:solidFill>
                <a:latin typeface="Arial"/>
                <a:ea typeface="Arial"/>
                <a:cs typeface="Arial"/>
              </a:rPr>
              <a:t>bằng quét có GT</a:t>
            </a:r>
          </a:p>
        </p:txBody>
      </p:sp>
      <p:sp>
        <p:nvSpPr>
          <p:cNvPr id="7" name="">
            <a:extLst xmlns:a="http://schemas.openxmlformats.org/drawingml/2006/main">
              <a:ext uri="{FF2B5EF4-FFF2-40B4-BE49-F238E27FC236}">
                <a16:creationId xmlns:a16="http://schemas.microsoft.com/office/drawing/2014/main" id="{76F35E3C-D013-4E9F-AFE5-ED01C4405D09}"/>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Kết quả thành phần có lựa chọn tham số oracle. Chưa đo hiệu năng VLM tự chọn tham số.</a:t>
            </a:r>
          </a:p>
        </p:txBody>
      </p:sp>
    </p:spTree>
    <p:extLst>
      <p:ext uri="{BB962C8B-B14F-4D97-AF65-F5344CB8AC3E}">
        <p14:creationId xmlns:p14="http://schemas.microsoft.com/office/powerpoint/2010/main" val="16555790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63B71A-EC8C-4404-855D-174AC7D9BAC1}"/>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Pilot A/B trên bốn ảnh thật</a:t>
            </a:r>
          </a:p>
        </p:txBody>
      </p:sp>
      <p:sp>
        <p:nvSpPr>
          <p:cNvPr id="2" name="">
            <a:extLst xmlns:a="http://schemas.openxmlformats.org/drawingml/2006/main">
              <a:ext uri="{FF2B5EF4-FFF2-40B4-BE49-F238E27FC236}">
                <a16:creationId xmlns:a16="http://schemas.microsoft.com/office/drawing/2014/main" id="{8B1DF129-A305-4197-9A5A-9628BE45AFF1}"/>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15</a:t>
            </a:r>
          </a:p>
        </p:txBody>
      </p:sp>
      <p:graphicFrame>
        <p:nvGraphicFramePr>
          <p:cNvPr id="3" name="Chart">
            <a:extLst xmlns:a="http://schemas.openxmlformats.org/drawingml/2006/main">
              <a:ext uri="{FF2B5EF4-FFF2-40B4-BE49-F238E27FC236}">
                <a16:creationId xmlns:a16="http://schemas.microsoft.com/office/drawing/2014/main" id="{49748B38-B078-4B45-BD51-327F1E9DDB29}"/>
              </a:ext>
            </a:extLst>
          </p:cNvPr>
          <p:cNvGraphicFramePr/>
          <p:nvPr/>
        </p:nvGraphicFramePr>
        <p:xfrm>
          <a:off xmlns:a="http://schemas.openxmlformats.org/drawingml/2006/main" x="609600" y="1619250"/>
          <a:ext xmlns:a="http://schemas.openxmlformats.org/drawingml/2006/main" cx="7524750" cy="4000500"/>
        </p:xfrm>
        <a:graphic xmlns:a="http://schemas.openxmlformats.org/drawingml/2006/main">
          <a:graphicData uri="http://schemas.openxmlformats.org/drawingml/2006/chart">
            <c:chart xmlns:r="http://schemas.openxmlformats.org/officeDocument/2006/relationships" xmlns:c="http://schemas.openxmlformats.org/drawingml/2006/chart" r:id="R20ac20d904c54e44"/>
          </a:graphicData>
        </a:graphic>
      </p:graphicFrame>
      <p:sp>
        <p:nvSpPr>
          <p:cNvPr id="4" name="">
            <a:extLst xmlns:a="http://schemas.openxmlformats.org/drawingml/2006/main">
              <a:ext uri="{FF2B5EF4-FFF2-40B4-BE49-F238E27FC236}">
                <a16:creationId xmlns:a16="http://schemas.microsoft.com/office/drawing/2014/main" id="{33C511CB-B8BB-498D-ADDC-E4E1609F0082}"/>
              </a:ext>
            </a:extLst>
          </p:cNvPr>
          <p:cNvSpPr>
            <a:spLocks xmlns:a="http://schemas.openxmlformats.org/drawingml/2006/main" noGrp="1"/>
          </p:cNvSpPr>
          <p:nvPr/>
        </p:nvSpPr>
        <p:spPr>
          <a:xfrm xmlns:a="http://schemas.openxmlformats.org/drawingml/2006/main">
            <a:off x="8763000" y="1828800"/>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67C83"/>
                </a:solidFill>
                <a:latin typeface="Arial"/>
                <a:ea typeface="Arial"/>
                <a:cs typeface="Arial"/>
              </a:defRPr>
            </a:defPPr>
            <a:lvl1pPr algn="l">
              <a:defRPr sz="3000" b="1">
                <a:solidFill>
                  <a:srgbClr val="267C83"/>
                </a:solidFill>
                <a:latin typeface="Arial"/>
                <a:ea typeface="Arial"/>
                <a:cs typeface="Arial"/>
              </a:defRPr>
            </a:lvl1pPr>
            <a:lvl2pPr algn="l">
              <a:defRPr sz="3000" b="1">
                <a:solidFill>
                  <a:srgbClr val="267C83"/>
                </a:solidFill>
                <a:latin typeface="Arial"/>
                <a:ea typeface="Arial"/>
                <a:cs typeface="Arial"/>
              </a:defRPr>
            </a:lvl2pPr>
            <a:lvl3pPr algn="l">
              <a:defRPr sz="3000" b="1">
                <a:solidFill>
                  <a:srgbClr val="267C83"/>
                </a:solidFill>
                <a:latin typeface="Arial"/>
                <a:ea typeface="Arial"/>
                <a:cs typeface="Arial"/>
              </a:defRPr>
            </a:lvl3pPr>
            <a:lvl4pPr algn="l">
              <a:defRPr sz="3000" b="1">
                <a:solidFill>
                  <a:srgbClr val="267C83"/>
                </a:solidFill>
                <a:latin typeface="Arial"/>
                <a:ea typeface="Arial"/>
                <a:cs typeface="Arial"/>
              </a:defRPr>
            </a:lvl4pPr>
            <a:lvl5pPr algn="l">
              <a:defRPr sz="3000" b="1">
                <a:solidFill>
                  <a:srgbClr val="267C83"/>
                </a:solidFill>
                <a:latin typeface="Arial"/>
                <a:ea typeface="Arial"/>
                <a:cs typeface="Arial"/>
              </a:defRPr>
            </a:lvl5pPr>
            <a:lvl6pPr algn="l">
              <a:defRPr sz="3000" b="1">
                <a:solidFill>
                  <a:srgbClr val="267C83"/>
                </a:solidFill>
                <a:latin typeface="Arial"/>
                <a:ea typeface="Arial"/>
                <a:cs typeface="Arial"/>
              </a:defRPr>
            </a:lvl6pPr>
            <a:lvl7pPr algn="l">
              <a:defRPr sz="3000" b="1">
                <a:solidFill>
                  <a:srgbClr val="267C83"/>
                </a:solidFill>
                <a:latin typeface="Arial"/>
                <a:ea typeface="Arial"/>
                <a:cs typeface="Arial"/>
              </a:defRPr>
            </a:lvl7pPr>
            <a:lvl8pPr algn="l">
              <a:defRPr sz="3000" b="1">
                <a:solidFill>
                  <a:srgbClr val="267C83"/>
                </a:solidFill>
                <a:latin typeface="Arial"/>
                <a:ea typeface="Arial"/>
                <a:cs typeface="Arial"/>
              </a:defRPr>
            </a:lvl8pPr>
            <a:lvl9pPr algn="l">
              <a:defRPr sz="3000" b="1">
                <a:solidFill>
                  <a:srgbClr val="267C83"/>
                </a:solidFill>
                <a:latin typeface="Arial"/>
                <a:ea typeface="Arial"/>
                <a:cs typeface="Arial"/>
              </a:defRPr>
            </a:lvl9pPr>
          </a:lstStyle>
          <a:p xmlns:a="http://schemas.openxmlformats.org/drawingml/2006/main">
            <a:pPr algn="l">
              <a:lnSpc>
                <a:spcPct val="108000"/>
              </a:lnSpc>
              <a:buNone/>
              <a:defRPr sz="3000" b="1">
                <a:solidFill>
                  <a:srgbClr val="267C83"/>
                </a:solidFill>
                <a:latin typeface="Arial"/>
                <a:ea typeface="Arial"/>
                <a:cs typeface="Arial"/>
              </a:defRPr>
            </a:pPr>
            <a:r>
              <a:rPr sz="3000" b="1">
                <a:solidFill>
                  <a:srgbClr val="267C83"/>
                </a:solidFill>
                <a:latin typeface="Arial"/>
                <a:ea typeface="Arial"/>
                <a:cs typeface="Arial"/>
              </a:rPr>
              <a:t>24 lượt</a:t>
            </a:r>
          </a:p>
        </p:txBody>
      </p:sp>
      <p:sp>
        <p:nvSpPr>
          <p:cNvPr id="5" name="">
            <a:extLst xmlns:a="http://schemas.openxmlformats.org/drawingml/2006/main">
              <a:ext uri="{FF2B5EF4-FFF2-40B4-BE49-F238E27FC236}">
                <a16:creationId xmlns:a16="http://schemas.microsoft.com/office/drawing/2014/main" id="{E29C3977-4197-46E0-A827-8A6DC5ACA2FE}"/>
              </a:ext>
            </a:extLst>
          </p:cNvPr>
          <p:cNvSpPr>
            <a:spLocks xmlns:a="http://schemas.openxmlformats.org/drawingml/2006/main" noGrp="1"/>
          </p:cNvSpPr>
          <p:nvPr/>
        </p:nvSpPr>
        <p:spPr>
          <a:xfrm xmlns:a="http://schemas.openxmlformats.org/drawingml/2006/main">
            <a:off x="8763000" y="2571750"/>
            <a:ext cx="276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2F43"/>
                </a:solidFill>
                <a:latin typeface="Arial"/>
                <a:ea typeface="Arial"/>
                <a:cs typeface="Arial"/>
              </a:defRPr>
            </a:defPPr>
            <a:lvl1pPr algn="l">
              <a:defRPr sz="2025" b="0">
                <a:solidFill>
                  <a:srgbClr val="192F43"/>
                </a:solidFill>
                <a:latin typeface="Arial"/>
                <a:ea typeface="Arial"/>
                <a:cs typeface="Arial"/>
              </a:defRPr>
            </a:lvl1pPr>
            <a:lvl2pPr algn="l">
              <a:defRPr sz="2025" b="0">
                <a:solidFill>
                  <a:srgbClr val="192F43"/>
                </a:solidFill>
                <a:latin typeface="Arial"/>
                <a:ea typeface="Arial"/>
                <a:cs typeface="Arial"/>
              </a:defRPr>
            </a:lvl2pPr>
            <a:lvl3pPr algn="l">
              <a:defRPr sz="2025" b="0">
                <a:solidFill>
                  <a:srgbClr val="192F43"/>
                </a:solidFill>
                <a:latin typeface="Arial"/>
                <a:ea typeface="Arial"/>
                <a:cs typeface="Arial"/>
              </a:defRPr>
            </a:lvl3pPr>
            <a:lvl4pPr algn="l">
              <a:defRPr sz="2025" b="0">
                <a:solidFill>
                  <a:srgbClr val="192F43"/>
                </a:solidFill>
                <a:latin typeface="Arial"/>
                <a:ea typeface="Arial"/>
                <a:cs typeface="Arial"/>
              </a:defRPr>
            </a:lvl4pPr>
            <a:lvl5pPr algn="l">
              <a:defRPr sz="2025" b="0">
                <a:solidFill>
                  <a:srgbClr val="192F43"/>
                </a:solidFill>
                <a:latin typeface="Arial"/>
                <a:ea typeface="Arial"/>
                <a:cs typeface="Arial"/>
              </a:defRPr>
            </a:lvl5pPr>
            <a:lvl6pPr algn="l">
              <a:defRPr sz="2025" b="0">
                <a:solidFill>
                  <a:srgbClr val="192F43"/>
                </a:solidFill>
                <a:latin typeface="Arial"/>
                <a:ea typeface="Arial"/>
                <a:cs typeface="Arial"/>
              </a:defRPr>
            </a:lvl6pPr>
            <a:lvl7pPr algn="l">
              <a:defRPr sz="2025" b="0">
                <a:solidFill>
                  <a:srgbClr val="192F43"/>
                </a:solidFill>
                <a:latin typeface="Arial"/>
                <a:ea typeface="Arial"/>
                <a:cs typeface="Arial"/>
              </a:defRPr>
            </a:lvl7pPr>
            <a:lvl8pPr algn="l">
              <a:defRPr sz="2025" b="0">
                <a:solidFill>
                  <a:srgbClr val="192F43"/>
                </a:solidFill>
                <a:latin typeface="Arial"/>
                <a:ea typeface="Arial"/>
                <a:cs typeface="Arial"/>
              </a:defRPr>
            </a:lvl8pPr>
            <a:lvl9pPr algn="l">
              <a:defRPr sz="2025" b="0">
                <a:solidFill>
                  <a:srgbClr val="192F43"/>
                </a:solidFill>
                <a:latin typeface="Arial"/>
                <a:ea typeface="Arial"/>
                <a:cs typeface="Arial"/>
              </a:defRPr>
            </a:lvl9pPr>
          </a:lstStyle>
          <a:p xmlns:a="http://schemas.openxmlformats.org/drawingml/2006/main">
            <a:pPr algn="l">
              <a:lnSpc>
                <a:spcPct val="108000"/>
              </a:lnSpc>
              <a:buNone/>
              <a:defRPr sz="2025" b="0">
                <a:solidFill>
                  <a:srgbClr val="192F43"/>
                </a:solidFill>
                <a:latin typeface="Arial"/>
                <a:ea typeface="Arial"/>
                <a:cs typeface="Arial"/>
              </a:defRPr>
            </a:pPr>
            <a:r>
              <a:rPr sz="2025" b="0">
                <a:solidFill>
                  <a:srgbClr val="192F43"/>
                </a:solidFill>
                <a:latin typeface="Arial"/>
                <a:ea typeface="Arial"/>
                <a:cs typeface="Arial"/>
              </a:rPr>
              <a:t>4 ảnh × 3 lần</a:t>
            </a:r>
          </a:p>
          <a:p xmlns:a="http://schemas.openxmlformats.org/drawingml/2006/main">
            <a:pPr algn="l">
              <a:lnSpc>
                <a:spcPct val="108000"/>
              </a:lnSpc>
              <a:buNone/>
              <a:defRPr sz="2025" b="0">
                <a:solidFill>
                  <a:srgbClr val="192F43"/>
                </a:solidFill>
                <a:latin typeface="Arial"/>
                <a:ea typeface="Arial"/>
                <a:cs typeface="Arial"/>
              </a:defRPr>
            </a:pPr>
            <a:r>
              <a:rPr sz="2025" b="0">
                <a:solidFill>
                  <a:srgbClr val="192F43"/>
                </a:solidFill>
                <a:latin typeface="Arial"/>
                <a:ea typeface="Arial"/>
                <a:cs typeface="Arial"/>
              </a:rPr>
              <a:t>× 2 phiên bản</a:t>
            </a:r>
          </a:p>
        </p:txBody>
      </p:sp>
      <p:sp>
        <p:nvSpPr>
          <p:cNvPr id="6" name="">
            <a:extLst xmlns:a="http://schemas.openxmlformats.org/drawingml/2006/main">
              <a:ext uri="{FF2B5EF4-FFF2-40B4-BE49-F238E27FC236}">
                <a16:creationId xmlns:a16="http://schemas.microsoft.com/office/drawing/2014/main" id="{29D95ED5-E788-4685-BCF6-370694AAD388}"/>
              </a:ext>
            </a:extLst>
          </p:cNvPr>
          <p:cNvSpPr>
            <a:spLocks xmlns:a="http://schemas.openxmlformats.org/drawingml/2006/main" noGrp="1"/>
          </p:cNvSpPr>
          <p:nvPr/>
        </p:nvSpPr>
        <p:spPr>
          <a:xfrm xmlns:a="http://schemas.openxmlformats.org/drawingml/2006/main">
            <a:off x="8763000" y="4191000"/>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92F43"/>
                </a:solidFill>
                <a:latin typeface="Arial"/>
                <a:ea typeface="Arial"/>
                <a:cs typeface="Arial"/>
              </a:defRPr>
            </a:defPPr>
            <a:lvl1pPr algn="l">
              <a:defRPr sz="2400" b="1">
                <a:solidFill>
                  <a:srgbClr val="192F43"/>
                </a:solidFill>
                <a:latin typeface="Arial"/>
                <a:ea typeface="Arial"/>
                <a:cs typeface="Arial"/>
              </a:defRPr>
            </a:lvl1pPr>
            <a:lvl2pPr algn="l">
              <a:defRPr sz="2400" b="1">
                <a:solidFill>
                  <a:srgbClr val="192F43"/>
                </a:solidFill>
                <a:latin typeface="Arial"/>
                <a:ea typeface="Arial"/>
                <a:cs typeface="Arial"/>
              </a:defRPr>
            </a:lvl2pPr>
            <a:lvl3pPr algn="l">
              <a:defRPr sz="2400" b="1">
                <a:solidFill>
                  <a:srgbClr val="192F43"/>
                </a:solidFill>
                <a:latin typeface="Arial"/>
                <a:ea typeface="Arial"/>
                <a:cs typeface="Arial"/>
              </a:defRPr>
            </a:lvl3pPr>
            <a:lvl4pPr algn="l">
              <a:defRPr sz="2400" b="1">
                <a:solidFill>
                  <a:srgbClr val="192F43"/>
                </a:solidFill>
                <a:latin typeface="Arial"/>
                <a:ea typeface="Arial"/>
                <a:cs typeface="Arial"/>
              </a:defRPr>
            </a:lvl4pPr>
            <a:lvl5pPr algn="l">
              <a:defRPr sz="2400" b="1">
                <a:solidFill>
                  <a:srgbClr val="192F43"/>
                </a:solidFill>
                <a:latin typeface="Arial"/>
                <a:ea typeface="Arial"/>
                <a:cs typeface="Arial"/>
              </a:defRPr>
            </a:lvl5pPr>
            <a:lvl6pPr algn="l">
              <a:defRPr sz="2400" b="1">
                <a:solidFill>
                  <a:srgbClr val="192F43"/>
                </a:solidFill>
                <a:latin typeface="Arial"/>
                <a:ea typeface="Arial"/>
                <a:cs typeface="Arial"/>
              </a:defRPr>
            </a:lvl6pPr>
            <a:lvl7pPr algn="l">
              <a:defRPr sz="2400" b="1">
                <a:solidFill>
                  <a:srgbClr val="192F43"/>
                </a:solidFill>
                <a:latin typeface="Arial"/>
                <a:ea typeface="Arial"/>
                <a:cs typeface="Arial"/>
              </a:defRPr>
            </a:lvl7pPr>
            <a:lvl8pPr algn="l">
              <a:defRPr sz="2400" b="1">
                <a:solidFill>
                  <a:srgbClr val="192F43"/>
                </a:solidFill>
                <a:latin typeface="Arial"/>
                <a:ea typeface="Arial"/>
                <a:cs typeface="Arial"/>
              </a:defRPr>
            </a:lvl8pPr>
            <a:lvl9pPr algn="l">
              <a:defRPr sz="2400" b="1">
                <a:solidFill>
                  <a:srgbClr val="192F43"/>
                </a:solidFill>
                <a:latin typeface="Arial"/>
                <a:ea typeface="Arial"/>
                <a:cs typeface="Arial"/>
              </a:defRPr>
            </a:lvl9pPr>
          </a:lstStyle>
          <a:p xmlns:a="http://schemas.openxmlformats.org/drawingml/2006/main">
            <a:pPr algn="l">
              <a:lnSpc>
                <a:spcPct val="108000"/>
              </a:lnSpc>
              <a:buNone/>
              <a:defRPr sz="2400" b="1">
                <a:solidFill>
                  <a:srgbClr val="192F43"/>
                </a:solidFill>
                <a:latin typeface="Arial"/>
                <a:ea typeface="Arial"/>
                <a:cs typeface="Arial"/>
              </a:defRPr>
            </a:pPr>
            <a:r>
              <a:rPr sz="2400" b="1">
                <a:solidFill>
                  <a:srgbClr val="192F43"/>
                </a:solidFill>
                <a:latin typeface="Arial"/>
                <a:ea typeface="Arial"/>
                <a:cs typeface="Arial"/>
              </a:rPr>
              <a:t>V2 vẫn là</a:t>
            </a:r>
          </a:p>
          <a:p xmlns:a="http://schemas.openxmlformats.org/drawingml/2006/main">
            <a:pPr algn="l">
              <a:lnSpc>
                <a:spcPct val="108000"/>
              </a:lnSpc>
              <a:buNone/>
              <a:defRPr sz="2400" b="1">
                <a:solidFill>
                  <a:srgbClr val="192F43"/>
                </a:solidFill>
                <a:latin typeface="Arial"/>
                <a:ea typeface="Arial"/>
                <a:cs typeface="Arial"/>
              </a:defRPr>
            </a:pPr>
            <a:r>
              <a:rPr sz="2400" b="1">
                <a:solidFill>
                  <a:srgbClr val="192F43"/>
                </a:solidFill>
                <a:latin typeface="Arial"/>
                <a:ea typeface="Arial"/>
                <a:cs typeface="Arial"/>
              </a:rPr>
              <a:t>ứng viên</a:t>
            </a:r>
          </a:p>
        </p:txBody>
      </p:sp>
      <p:sp>
        <p:nvSpPr>
          <p:cNvPr id="7" name="">
            <a:extLst xmlns:a="http://schemas.openxmlformats.org/drawingml/2006/main">
              <a:ext uri="{FF2B5EF4-FFF2-40B4-BE49-F238E27FC236}">
                <a16:creationId xmlns:a16="http://schemas.microsoft.com/office/drawing/2014/main" id="{AC857E96-90CF-4341-B3A1-31E524B9AB20}"/>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Có chỉnh chưa đồng nghĩa đạt mục tiêu. Cả hai chưa nâng được mặt tối. Bốn ảnh là bốn mẫu độc lập.</a:t>
            </a:r>
          </a:p>
        </p:txBody>
      </p:sp>
    </p:spTree>
    <p:extLst>
      <p:ext uri="{BB962C8B-B14F-4D97-AF65-F5344CB8AC3E}">
        <p14:creationId xmlns:p14="http://schemas.microsoft.com/office/powerpoint/2010/main" val="64946824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A1B9C4-C500-449B-A5C7-3C254C6546BD}"/>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Hạn chế và hướng phát triển</a:t>
            </a:r>
          </a:p>
        </p:txBody>
      </p:sp>
      <p:sp>
        <p:nvSpPr>
          <p:cNvPr id="2" name="">
            <a:extLst xmlns:a="http://schemas.openxmlformats.org/drawingml/2006/main">
              <a:ext uri="{FF2B5EF4-FFF2-40B4-BE49-F238E27FC236}">
                <a16:creationId xmlns:a16="http://schemas.microsoft.com/office/drawing/2014/main" id="{FA88CE52-6F6D-40A2-A844-081CCB41CD1B}"/>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8A0E42C3-623E-499C-85D7-3782EF5ED28E}"/>
              </a:ext>
            </a:extLst>
          </p:cNvPr>
          <p:cNvPicPr>
            <a:picLocks xmlns:a="http://schemas.openxmlformats.org/drawingml/2006/main" noChangeAspect="1"/>
          </p:cNvPicPr>
          <p:nvPr/>
        </p:nvPicPr>
        <p:blipFill>
          <a:blip xmlns:r="http://schemas.openxmlformats.org/officeDocument/2006/relationships" xmlns:a="http://schemas.openxmlformats.org/drawingml/2006/main" r:embed="R37345240b85545c2"/>
          <a:stretch xmlns:a="http://schemas.openxmlformats.org/drawingml/2006/main"/>
        </p:blipFill>
        <p:spPr>
          <a:xfrm xmlns:a="http://schemas.openxmlformats.org/drawingml/2006/main">
            <a:off x="1492250" y="1476375"/>
            <a:ext cx="9207500" cy="2762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4ABD6C-D0EC-4964-B815-502897241FFC}"/>
              </a:ext>
            </a:extLst>
          </p:cNvPr>
          <p:cNvSpPr>
            <a:spLocks xmlns:a="http://schemas.openxmlformats.org/drawingml/2006/main" noGrp="1"/>
          </p:cNvSpPr>
          <p:nvPr/>
        </p:nvSpPr>
        <p:spPr>
          <a:xfrm xmlns:a="http://schemas.openxmlformats.org/drawingml/2006/main">
            <a:off x="609600" y="45243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xmlns:a="http://schemas.openxmlformats.org/drawingml/2006/main">
            <a:pPr algn="l">
              <a:lnSpc>
                <a:spcPct val="108000"/>
              </a:lnSpc>
              <a:buNone/>
              <a:defRPr sz="2175" b="1">
                <a:solidFill>
                  <a:srgbClr val="192F43"/>
                </a:solidFill>
                <a:latin typeface="Arial"/>
                <a:ea typeface="Arial"/>
                <a:cs typeface="Arial"/>
              </a:defRPr>
            </a:pPr>
            <a:r>
              <a:rPr sz="2175" b="1">
                <a:solidFill>
                  <a:srgbClr val="192F43"/>
                </a:solidFill>
                <a:latin typeface="Arial"/>
                <a:ea typeface="Arial"/>
                <a:cs typeface="Arial"/>
              </a:rPr>
              <a:t>Hạn chế hiện tại</a:t>
            </a:r>
          </a:p>
        </p:txBody>
      </p:sp>
      <p:sp>
        <p:nvSpPr>
          <p:cNvPr id="5" name="">
            <a:extLst xmlns:a="http://schemas.openxmlformats.org/drawingml/2006/main">
              <a:ext uri="{FF2B5EF4-FFF2-40B4-BE49-F238E27FC236}">
                <a16:creationId xmlns:a16="http://schemas.microsoft.com/office/drawing/2014/main" id="{E7872780-B3F9-44FA-B3D8-B3DAD4205CC6}"/>
              </a:ext>
            </a:extLst>
          </p:cNvPr>
          <p:cNvSpPr>
            <a:spLocks xmlns:a="http://schemas.openxmlformats.org/drawingml/2006/main" noGrp="1"/>
          </p:cNvSpPr>
          <p:nvPr/>
        </p:nvSpPr>
        <p:spPr>
          <a:xfrm xmlns:a="http://schemas.openxmlformats.org/drawingml/2006/main">
            <a:off x="609600" y="4981575"/>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Mất thông tin, mask sai</a:t>
            </a:r>
          </a:p>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VLM nhầm mục tiêu hoặc phong cách</a:t>
            </a:r>
          </a:p>
        </p:txBody>
      </p:sp>
      <p:sp>
        <p:nvSpPr>
          <p:cNvPr id="6" name="">
            <a:extLst xmlns:a="http://schemas.openxmlformats.org/drawingml/2006/main">
              <a:ext uri="{FF2B5EF4-FFF2-40B4-BE49-F238E27FC236}">
                <a16:creationId xmlns:a16="http://schemas.microsoft.com/office/drawing/2014/main" id="{75BA40C1-7768-4676-8534-904D40DD0312}"/>
              </a:ext>
            </a:extLst>
          </p:cNvPr>
          <p:cNvSpPr>
            <a:spLocks xmlns:a="http://schemas.openxmlformats.org/drawingml/2006/main" noGrp="1"/>
          </p:cNvSpPr>
          <p:nvPr/>
        </p:nvSpPr>
        <p:spPr>
          <a:xfrm xmlns:a="http://schemas.openxmlformats.org/drawingml/2006/main">
            <a:off x="6343650" y="45243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92F43"/>
                </a:solidFill>
                <a:latin typeface="Arial"/>
                <a:ea typeface="Arial"/>
                <a:cs typeface="Arial"/>
              </a:defRPr>
            </a:defPPr>
            <a:lvl1pPr algn="l">
              <a:defRPr sz="2175" b="1">
                <a:solidFill>
                  <a:srgbClr val="192F43"/>
                </a:solidFill>
                <a:latin typeface="Arial"/>
                <a:ea typeface="Arial"/>
                <a:cs typeface="Arial"/>
              </a:defRPr>
            </a:lvl1pPr>
            <a:lvl2pPr algn="l">
              <a:defRPr sz="2175" b="1">
                <a:solidFill>
                  <a:srgbClr val="192F43"/>
                </a:solidFill>
                <a:latin typeface="Arial"/>
                <a:ea typeface="Arial"/>
                <a:cs typeface="Arial"/>
              </a:defRPr>
            </a:lvl2pPr>
            <a:lvl3pPr algn="l">
              <a:defRPr sz="2175" b="1">
                <a:solidFill>
                  <a:srgbClr val="192F43"/>
                </a:solidFill>
                <a:latin typeface="Arial"/>
                <a:ea typeface="Arial"/>
                <a:cs typeface="Arial"/>
              </a:defRPr>
            </a:lvl3pPr>
            <a:lvl4pPr algn="l">
              <a:defRPr sz="2175" b="1">
                <a:solidFill>
                  <a:srgbClr val="192F43"/>
                </a:solidFill>
                <a:latin typeface="Arial"/>
                <a:ea typeface="Arial"/>
                <a:cs typeface="Arial"/>
              </a:defRPr>
            </a:lvl4pPr>
            <a:lvl5pPr algn="l">
              <a:defRPr sz="2175" b="1">
                <a:solidFill>
                  <a:srgbClr val="192F43"/>
                </a:solidFill>
                <a:latin typeface="Arial"/>
                <a:ea typeface="Arial"/>
                <a:cs typeface="Arial"/>
              </a:defRPr>
            </a:lvl5pPr>
            <a:lvl6pPr algn="l">
              <a:defRPr sz="2175" b="1">
                <a:solidFill>
                  <a:srgbClr val="192F43"/>
                </a:solidFill>
                <a:latin typeface="Arial"/>
                <a:ea typeface="Arial"/>
                <a:cs typeface="Arial"/>
              </a:defRPr>
            </a:lvl6pPr>
            <a:lvl7pPr algn="l">
              <a:defRPr sz="2175" b="1">
                <a:solidFill>
                  <a:srgbClr val="192F43"/>
                </a:solidFill>
                <a:latin typeface="Arial"/>
                <a:ea typeface="Arial"/>
                <a:cs typeface="Arial"/>
              </a:defRPr>
            </a:lvl7pPr>
            <a:lvl8pPr algn="l">
              <a:defRPr sz="2175" b="1">
                <a:solidFill>
                  <a:srgbClr val="192F43"/>
                </a:solidFill>
                <a:latin typeface="Arial"/>
                <a:ea typeface="Arial"/>
                <a:cs typeface="Arial"/>
              </a:defRPr>
            </a:lvl8pPr>
            <a:lvl9pPr algn="l">
              <a:defRPr sz="2175" b="1">
                <a:solidFill>
                  <a:srgbClr val="192F43"/>
                </a:solidFill>
                <a:latin typeface="Arial"/>
                <a:ea typeface="Arial"/>
                <a:cs typeface="Arial"/>
              </a:defRPr>
            </a:lvl9pPr>
          </a:lstStyle>
          <a:p xmlns:a="http://schemas.openxmlformats.org/drawingml/2006/main">
            <a:pPr algn="l">
              <a:lnSpc>
                <a:spcPct val="108000"/>
              </a:lnSpc>
              <a:buNone/>
              <a:defRPr sz="2175" b="1">
                <a:solidFill>
                  <a:srgbClr val="192F43"/>
                </a:solidFill>
                <a:latin typeface="Arial"/>
                <a:ea typeface="Arial"/>
                <a:cs typeface="Arial"/>
              </a:defRPr>
            </a:pPr>
            <a:r>
              <a:rPr sz="2175" b="1">
                <a:solidFill>
                  <a:srgbClr val="192F43"/>
                </a:solidFill>
                <a:latin typeface="Arial"/>
                <a:ea typeface="Arial"/>
                <a:cs typeface="Arial"/>
              </a:rPr>
              <a:t>Ưu tiên tiếp theo</a:t>
            </a:r>
          </a:p>
        </p:txBody>
      </p:sp>
      <p:sp>
        <p:nvSpPr>
          <p:cNvPr id="7" name="">
            <a:extLst xmlns:a="http://schemas.openxmlformats.org/drawingml/2006/main">
              <a:ext uri="{FF2B5EF4-FFF2-40B4-BE49-F238E27FC236}">
                <a16:creationId xmlns:a16="http://schemas.microsoft.com/office/drawing/2014/main" id="{A539A956-15F2-4D73-882D-4BBBBE676DFB}"/>
              </a:ext>
            </a:extLst>
          </p:cNvPr>
          <p:cNvSpPr>
            <a:spLocks xmlns:a="http://schemas.openxmlformats.org/drawingml/2006/main" noGrp="1"/>
          </p:cNvSpPr>
          <p:nvPr/>
        </p:nvSpPr>
        <p:spPr>
          <a:xfrm xmlns:a="http://schemas.openxmlformats.org/drawingml/2006/main">
            <a:off x="6343650" y="4981575"/>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779"/>
                </a:solidFill>
                <a:latin typeface="Arial"/>
                <a:ea typeface="Arial"/>
                <a:cs typeface="Arial"/>
              </a:defRPr>
            </a:defPPr>
            <a:lvl1pPr algn="l">
              <a:defRPr sz="2025" b="0">
                <a:solidFill>
                  <a:srgbClr val="526779"/>
                </a:solidFill>
                <a:latin typeface="Arial"/>
                <a:ea typeface="Arial"/>
                <a:cs typeface="Arial"/>
              </a:defRPr>
            </a:lvl1pPr>
            <a:lvl2pPr algn="l">
              <a:defRPr sz="2025" b="0">
                <a:solidFill>
                  <a:srgbClr val="526779"/>
                </a:solidFill>
                <a:latin typeface="Arial"/>
                <a:ea typeface="Arial"/>
                <a:cs typeface="Arial"/>
              </a:defRPr>
            </a:lvl2pPr>
            <a:lvl3pPr algn="l">
              <a:defRPr sz="2025" b="0">
                <a:solidFill>
                  <a:srgbClr val="526779"/>
                </a:solidFill>
                <a:latin typeface="Arial"/>
                <a:ea typeface="Arial"/>
                <a:cs typeface="Arial"/>
              </a:defRPr>
            </a:lvl3pPr>
            <a:lvl4pPr algn="l">
              <a:defRPr sz="2025" b="0">
                <a:solidFill>
                  <a:srgbClr val="526779"/>
                </a:solidFill>
                <a:latin typeface="Arial"/>
                <a:ea typeface="Arial"/>
                <a:cs typeface="Arial"/>
              </a:defRPr>
            </a:lvl4pPr>
            <a:lvl5pPr algn="l">
              <a:defRPr sz="2025" b="0">
                <a:solidFill>
                  <a:srgbClr val="526779"/>
                </a:solidFill>
                <a:latin typeface="Arial"/>
                <a:ea typeface="Arial"/>
                <a:cs typeface="Arial"/>
              </a:defRPr>
            </a:lvl5pPr>
            <a:lvl6pPr algn="l">
              <a:defRPr sz="2025" b="0">
                <a:solidFill>
                  <a:srgbClr val="526779"/>
                </a:solidFill>
                <a:latin typeface="Arial"/>
                <a:ea typeface="Arial"/>
                <a:cs typeface="Arial"/>
              </a:defRPr>
            </a:lvl6pPr>
            <a:lvl7pPr algn="l">
              <a:defRPr sz="2025" b="0">
                <a:solidFill>
                  <a:srgbClr val="526779"/>
                </a:solidFill>
                <a:latin typeface="Arial"/>
                <a:ea typeface="Arial"/>
                <a:cs typeface="Arial"/>
              </a:defRPr>
            </a:lvl7pPr>
            <a:lvl8pPr algn="l">
              <a:defRPr sz="2025" b="0">
                <a:solidFill>
                  <a:srgbClr val="526779"/>
                </a:solidFill>
                <a:latin typeface="Arial"/>
                <a:ea typeface="Arial"/>
                <a:cs typeface="Arial"/>
              </a:defRPr>
            </a:lvl8pPr>
            <a:lvl9pPr algn="l">
              <a:defRPr sz="2025" b="0">
                <a:solidFill>
                  <a:srgbClr val="526779"/>
                </a:solidFill>
                <a:latin typeface="Arial"/>
                <a:ea typeface="Arial"/>
                <a:cs typeface="Arial"/>
              </a:defRPr>
            </a:lvl9pPr>
          </a:lstStyle>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Chấm holdout độc lập</a:t>
            </a:r>
          </a:p>
          <a:p xmlns:a="http://schemas.openxmlformats.org/drawingml/2006/main">
            <a:pPr algn="l">
              <a:lnSpc>
                <a:spcPct val="108000"/>
              </a:lnSpc>
              <a:buNone/>
              <a:defRPr sz="2025" b="0">
                <a:solidFill>
                  <a:srgbClr val="526779"/>
                </a:solidFill>
                <a:latin typeface="Arial"/>
                <a:ea typeface="Arial"/>
                <a:cs typeface="Arial"/>
              </a:defRPr>
            </a:pPr>
            <a:r>
              <a:rPr sz="2025" b="0">
                <a:solidFill>
                  <a:srgbClr val="526779"/>
                </a:solidFill>
                <a:latin typeface="Arial"/>
                <a:ea typeface="Arial"/>
                <a:cs typeface="Arial"/>
              </a:rPr>
              <a:t>Hiệu chỉnh mask và tác dụng phụ</a:t>
            </a:r>
          </a:p>
        </p:txBody>
      </p:sp>
      <p:sp>
        <p:nvSpPr>
          <p:cNvPr id="8" name="">
            <a:extLst xmlns:a="http://schemas.openxmlformats.org/drawingml/2006/main">
              <a:ext uri="{FF2B5EF4-FFF2-40B4-BE49-F238E27FC236}">
                <a16:creationId xmlns:a16="http://schemas.microsoft.com/office/drawing/2014/main" id="{BAE34E09-3786-4039-9459-BBBFF3255DBD}"/>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9"/>
                </a:solidFill>
                <a:latin typeface="Arial"/>
                <a:ea typeface="Arial"/>
                <a:cs typeface="Arial"/>
              </a:defRPr>
            </a:defPPr>
            <a:lvl1pPr algn="l">
              <a:defRPr sz="1350" b="0">
                <a:solidFill>
                  <a:srgbClr val="526779"/>
                </a:solidFill>
                <a:latin typeface="Arial"/>
                <a:ea typeface="Arial"/>
                <a:cs typeface="Arial"/>
              </a:defRPr>
            </a:lvl1pPr>
            <a:lvl2pPr algn="l">
              <a:defRPr sz="1350" b="0">
                <a:solidFill>
                  <a:srgbClr val="526779"/>
                </a:solidFill>
                <a:latin typeface="Arial"/>
                <a:ea typeface="Arial"/>
                <a:cs typeface="Arial"/>
              </a:defRPr>
            </a:lvl2pPr>
            <a:lvl3pPr algn="l">
              <a:defRPr sz="1350" b="0">
                <a:solidFill>
                  <a:srgbClr val="526779"/>
                </a:solidFill>
                <a:latin typeface="Arial"/>
                <a:ea typeface="Arial"/>
                <a:cs typeface="Arial"/>
              </a:defRPr>
            </a:lvl3pPr>
            <a:lvl4pPr algn="l">
              <a:defRPr sz="1350" b="0">
                <a:solidFill>
                  <a:srgbClr val="526779"/>
                </a:solidFill>
                <a:latin typeface="Arial"/>
                <a:ea typeface="Arial"/>
                <a:cs typeface="Arial"/>
              </a:defRPr>
            </a:lvl4pPr>
            <a:lvl5pPr algn="l">
              <a:defRPr sz="1350" b="0">
                <a:solidFill>
                  <a:srgbClr val="526779"/>
                </a:solidFill>
                <a:latin typeface="Arial"/>
                <a:ea typeface="Arial"/>
                <a:cs typeface="Arial"/>
              </a:defRPr>
            </a:lvl5pPr>
            <a:lvl6pPr algn="l">
              <a:defRPr sz="1350" b="0">
                <a:solidFill>
                  <a:srgbClr val="526779"/>
                </a:solidFill>
                <a:latin typeface="Arial"/>
                <a:ea typeface="Arial"/>
                <a:cs typeface="Arial"/>
              </a:defRPr>
            </a:lvl6pPr>
            <a:lvl7pPr algn="l">
              <a:defRPr sz="1350" b="0">
                <a:solidFill>
                  <a:srgbClr val="526779"/>
                </a:solidFill>
                <a:latin typeface="Arial"/>
                <a:ea typeface="Arial"/>
                <a:cs typeface="Arial"/>
              </a:defRPr>
            </a:lvl7pPr>
            <a:lvl8pPr algn="l">
              <a:defRPr sz="1350" b="0">
                <a:solidFill>
                  <a:srgbClr val="526779"/>
                </a:solidFill>
                <a:latin typeface="Arial"/>
                <a:ea typeface="Arial"/>
                <a:cs typeface="Arial"/>
              </a:defRPr>
            </a:lvl8pPr>
            <a:lvl9pPr algn="l">
              <a:defRPr sz="1350" b="0">
                <a:solidFill>
                  <a:srgbClr val="526779"/>
                </a:solidFill>
                <a:latin typeface="Arial"/>
                <a:ea typeface="Arial"/>
                <a:cs typeface="Arial"/>
              </a:defRPr>
            </a:lvl9pPr>
          </a:lstStyle>
          <a:p xmlns:a="http://schemas.openxmlformats.org/drawingml/2006/main">
            <a:pPr algn="l">
              <a:lnSpc>
                <a:spcPct val="108000"/>
              </a:lnSpc>
              <a:buNone/>
              <a:defRPr sz="1350" b="0">
                <a:solidFill>
                  <a:srgbClr val="526779"/>
                </a:solidFill>
                <a:latin typeface="Arial"/>
                <a:ea typeface="Arial"/>
                <a:cs typeface="Arial"/>
              </a:defRPr>
            </a:pPr>
            <a:r>
              <a:rPr sz="1350" b="0">
                <a:solidFill>
                  <a:srgbClr val="526779"/>
                </a:solidFill>
                <a:latin typeface="Arial"/>
                <a:ea typeface="Arial"/>
                <a:cs typeface="Arial"/>
              </a:rPr>
              <a:t>Giải chập và Skew cần công cụ, protocol và benchmark riêng.</a:t>
            </a:r>
          </a:p>
        </p:txBody>
      </p:sp>
    </p:spTree>
    <p:extLst>
      <p:ext uri="{BB962C8B-B14F-4D97-AF65-F5344CB8AC3E}">
        <p14:creationId xmlns:p14="http://schemas.microsoft.com/office/powerpoint/2010/main" val="91426531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56B41B-18F8-40FD-B859-C050B435479E}"/>
              </a:ext>
            </a:extLst>
          </p:cNvPr>
          <p:cNvSpPr>
            <a:spLocks xmlns:a="http://schemas.openxmlformats.org/drawingml/2006/main" noGrp="1"/>
          </p:cNvSpPr>
          <p:nvPr/>
        </p:nvSpPr>
        <p:spPr>
          <a:xfrm xmlns:a="http://schemas.openxmlformats.org/drawingml/2006/main">
            <a:off x="609600" y="4191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2F43"/>
                </a:solidFill>
                <a:latin typeface="Arial"/>
                <a:ea typeface="Arial"/>
                <a:cs typeface="Arial"/>
              </a:defRPr>
            </a:defPPr>
            <a:lvl1pPr algn="l">
              <a:defRPr sz="3000" b="1">
                <a:solidFill>
                  <a:srgbClr val="192F43"/>
                </a:solidFill>
                <a:latin typeface="Arial"/>
                <a:ea typeface="Arial"/>
                <a:cs typeface="Arial"/>
              </a:defRPr>
            </a:lvl1pPr>
            <a:lvl2pPr algn="l">
              <a:defRPr sz="3000" b="1">
                <a:solidFill>
                  <a:srgbClr val="192F43"/>
                </a:solidFill>
                <a:latin typeface="Arial"/>
                <a:ea typeface="Arial"/>
                <a:cs typeface="Arial"/>
              </a:defRPr>
            </a:lvl2pPr>
            <a:lvl3pPr algn="l">
              <a:defRPr sz="3000" b="1">
                <a:solidFill>
                  <a:srgbClr val="192F43"/>
                </a:solidFill>
                <a:latin typeface="Arial"/>
                <a:ea typeface="Arial"/>
                <a:cs typeface="Arial"/>
              </a:defRPr>
            </a:lvl3pPr>
            <a:lvl4pPr algn="l">
              <a:defRPr sz="3000" b="1">
                <a:solidFill>
                  <a:srgbClr val="192F43"/>
                </a:solidFill>
                <a:latin typeface="Arial"/>
                <a:ea typeface="Arial"/>
                <a:cs typeface="Arial"/>
              </a:defRPr>
            </a:lvl4pPr>
            <a:lvl5pPr algn="l">
              <a:defRPr sz="3000" b="1">
                <a:solidFill>
                  <a:srgbClr val="192F43"/>
                </a:solidFill>
                <a:latin typeface="Arial"/>
                <a:ea typeface="Arial"/>
                <a:cs typeface="Arial"/>
              </a:defRPr>
            </a:lvl5pPr>
            <a:lvl6pPr algn="l">
              <a:defRPr sz="3000" b="1">
                <a:solidFill>
                  <a:srgbClr val="192F43"/>
                </a:solidFill>
                <a:latin typeface="Arial"/>
                <a:ea typeface="Arial"/>
                <a:cs typeface="Arial"/>
              </a:defRPr>
            </a:lvl6pPr>
            <a:lvl7pPr algn="l">
              <a:defRPr sz="3000" b="1">
                <a:solidFill>
                  <a:srgbClr val="192F43"/>
                </a:solidFill>
                <a:latin typeface="Arial"/>
                <a:ea typeface="Arial"/>
                <a:cs typeface="Arial"/>
              </a:defRPr>
            </a:lvl7pPr>
            <a:lvl8pPr algn="l">
              <a:defRPr sz="3000" b="1">
                <a:solidFill>
                  <a:srgbClr val="192F43"/>
                </a:solidFill>
                <a:latin typeface="Arial"/>
                <a:ea typeface="Arial"/>
                <a:cs typeface="Arial"/>
              </a:defRPr>
            </a:lvl8pPr>
            <a:lvl9pPr algn="l">
              <a:defRPr sz="3000" b="1">
                <a:solidFill>
                  <a:srgbClr val="192F43"/>
                </a:solidFill>
                <a:latin typeface="Arial"/>
                <a:ea typeface="Arial"/>
                <a:cs typeface="Arial"/>
              </a:defRPr>
            </a:lvl9pPr>
          </a:lstStyle>
          <a:p xmlns:a="http://schemas.openxmlformats.org/drawingml/2006/main">
            <a:pPr algn="l">
              <a:lnSpc>
                <a:spcPct val="108000"/>
              </a:lnSpc>
              <a:buNone/>
              <a:defRPr sz="3000" b="1">
                <a:solidFill>
                  <a:srgbClr val="192F43"/>
                </a:solidFill>
                <a:latin typeface="Arial"/>
                <a:ea typeface="Arial"/>
                <a:cs typeface="Arial"/>
              </a:defRPr>
            </a:pPr>
            <a:r>
              <a:rPr sz="3000" b="1">
                <a:solidFill>
                  <a:srgbClr val="192F43"/>
                </a:solidFill>
                <a:latin typeface="Arial"/>
                <a:ea typeface="Arial"/>
                <a:cs typeface="Arial"/>
              </a:rPr>
              <a:t>Kết luận</a:t>
            </a:r>
          </a:p>
        </p:txBody>
      </p:sp>
      <p:sp>
        <p:nvSpPr>
          <p:cNvPr id="2" name="">
            <a:extLst xmlns:a="http://schemas.openxmlformats.org/drawingml/2006/main">
              <a:ext uri="{FF2B5EF4-FFF2-40B4-BE49-F238E27FC236}">
                <a16:creationId xmlns:a16="http://schemas.microsoft.com/office/drawing/2014/main" id="{AB893118-9149-4655-AFE7-39AABD96B51D}"/>
              </a:ext>
            </a:extLst>
          </p:cNvPr>
          <p:cNvSpPr>
            <a:spLocks xmlns:a="http://schemas.openxmlformats.org/drawingml/2006/main" noGrp="1"/>
          </p:cNvSpPr>
          <p:nvPr/>
        </p:nvSpPr>
        <p:spPr>
          <a:xfrm xmlns:a="http://schemas.openxmlformats.org/drawingml/2006/main">
            <a:off x="11068050" y="4572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26779"/>
                </a:solidFill>
                <a:latin typeface="Arial"/>
                <a:ea typeface="Arial"/>
                <a:cs typeface="Arial"/>
              </a:defRPr>
            </a:defPPr>
            <a:lvl1pPr algn="r">
              <a:defRPr sz="1425" b="0">
                <a:solidFill>
                  <a:srgbClr val="526779"/>
                </a:solidFill>
                <a:latin typeface="Arial"/>
                <a:ea typeface="Arial"/>
                <a:cs typeface="Arial"/>
              </a:defRPr>
            </a:lvl1pPr>
            <a:lvl2pPr algn="r">
              <a:defRPr sz="1425" b="0">
                <a:solidFill>
                  <a:srgbClr val="526779"/>
                </a:solidFill>
                <a:latin typeface="Arial"/>
                <a:ea typeface="Arial"/>
                <a:cs typeface="Arial"/>
              </a:defRPr>
            </a:lvl2pPr>
            <a:lvl3pPr algn="r">
              <a:defRPr sz="1425" b="0">
                <a:solidFill>
                  <a:srgbClr val="526779"/>
                </a:solidFill>
                <a:latin typeface="Arial"/>
                <a:ea typeface="Arial"/>
                <a:cs typeface="Arial"/>
              </a:defRPr>
            </a:lvl3pPr>
            <a:lvl4pPr algn="r">
              <a:defRPr sz="1425" b="0">
                <a:solidFill>
                  <a:srgbClr val="526779"/>
                </a:solidFill>
                <a:latin typeface="Arial"/>
                <a:ea typeface="Arial"/>
                <a:cs typeface="Arial"/>
              </a:defRPr>
            </a:lvl4pPr>
            <a:lvl5pPr algn="r">
              <a:defRPr sz="1425" b="0">
                <a:solidFill>
                  <a:srgbClr val="526779"/>
                </a:solidFill>
                <a:latin typeface="Arial"/>
                <a:ea typeface="Arial"/>
                <a:cs typeface="Arial"/>
              </a:defRPr>
            </a:lvl5pPr>
            <a:lvl6pPr algn="r">
              <a:defRPr sz="1425" b="0">
                <a:solidFill>
                  <a:srgbClr val="526779"/>
                </a:solidFill>
                <a:latin typeface="Arial"/>
                <a:ea typeface="Arial"/>
                <a:cs typeface="Arial"/>
              </a:defRPr>
            </a:lvl6pPr>
            <a:lvl7pPr algn="r">
              <a:defRPr sz="1425" b="0">
                <a:solidFill>
                  <a:srgbClr val="526779"/>
                </a:solidFill>
                <a:latin typeface="Arial"/>
                <a:ea typeface="Arial"/>
                <a:cs typeface="Arial"/>
              </a:defRPr>
            </a:lvl7pPr>
            <a:lvl8pPr algn="r">
              <a:defRPr sz="1425" b="0">
                <a:solidFill>
                  <a:srgbClr val="526779"/>
                </a:solidFill>
                <a:latin typeface="Arial"/>
                <a:ea typeface="Arial"/>
                <a:cs typeface="Arial"/>
              </a:defRPr>
            </a:lvl8pPr>
            <a:lvl9pPr algn="r">
              <a:defRPr sz="1425" b="0">
                <a:solidFill>
                  <a:srgbClr val="526779"/>
                </a:solidFill>
                <a:latin typeface="Arial"/>
                <a:ea typeface="Arial"/>
                <a:cs typeface="Arial"/>
              </a:defRPr>
            </a:lvl9pPr>
          </a:lstStyle>
          <a:p xmlns:a="http://schemas.openxmlformats.org/drawingml/2006/main">
            <a:pPr algn="r">
              <a:lnSpc>
                <a:spcPct val="108000"/>
              </a:lnSpc>
              <a:buNone/>
              <a:defRPr sz="1425" b="0">
                <a:solidFill>
                  <a:srgbClr val="526779"/>
                </a:solidFill>
                <a:latin typeface="Arial"/>
                <a:ea typeface="Arial"/>
                <a:cs typeface="Arial"/>
              </a:defRPr>
            </a:pPr>
            <a:r>
              <a:rPr sz="1425" b="0">
                <a:solidFill>
                  <a:srgbClr val="526779"/>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81243C3C-4CA4-4DEB-95C5-9CF726E58C89}"/>
              </a:ext>
            </a:extLst>
          </p:cNvPr>
          <p:cNvSpPr>
            <a:spLocks xmlns:a="http://schemas.openxmlformats.org/drawingml/2006/main" noGrp="1"/>
          </p:cNvSpPr>
          <p:nvPr/>
        </p:nvSpPr>
        <p:spPr>
          <a:xfrm xmlns:a="http://schemas.openxmlformats.org/drawingml/2006/main">
            <a:off x="609600" y="17621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67C83"/>
                </a:solidFill>
                <a:latin typeface="Arial"/>
                <a:ea typeface="Arial"/>
                <a:cs typeface="Arial"/>
              </a:defRPr>
            </a:defPPr>
            <a:lvl1pPr algn="l">
              <a:defRPr sz="3000" b="1">
                <a:solidFill>
                  <a:srgbClr val="267C83"/>
                </a:solidFill>
                <a:latin typeface="Arial"/>
                <a:ea typeface="Arial"/>
                <a:cs typeface="Arial"/>
              </a:defRPr>
            </a:lvl1pPr>
            <a:lvl2pPr algn="l">
              <a:defRPr sz="3000" b="1">
                <a:solidFill>
                  <a:srgbClr val="267C83"/>
                </a:solidFill>
                <a:latin typeface="Arial"/>
                <a:ea typeface="Arial"/>
                <a:cs typeface="Arial"/>
              </a:defRPr>
            </a:lvl2pPr>
            <a:lvl3pPr algn="l">
              <a:defRPr sz="3000" b="1">
                <a:solidFill>
                  <a:srgbClr val="267C83"/>
                </a:solidFill>
                <a:latin typeface="Arial"/>
                <a:ea typeface="Arial"/>
                <a:cs typeface="Arial"/>
              </a:defRPr>
            </a:lvl3pPr>
            <a:lvl4pPr algn="l">
              <a:defRPr sz="3000" b="1">
                <a:solidFill>
                  <a:srgbClr val="267C83"/>
                </a:solidFill>
                <a:latin typeface="Arial"/>
                <a:ea typeface="Arial"/>
                <a:cs typeface="Arial"/>
              </a:defRPr>
            </a:lvl4pPr>
            <a:lvl5pPr algn="l">
              <a:defRPr sz="3000" b="1">
                <a:solidFill>
                  <a:srgbClr val="267C83"/>
                </a:solidFill>
                <a:latin typeface="Arial"/>
                <a:ea typeface="Arial"/>
                <a:cs typeface="Arial"/>
              </a:defRPr>
            </a:lvl5pPr>
            <a:lvl6pPr algn="l">
              <a:defRPr sz="3000" b="1">
                <a:solidFill>
                  <a:srgbClr val="267C83"/>
                </a:solidFill>
                <a:latin typeface="Arial"/>
                <a:ea typeface="Arial"/>
                <a:cs typeface="Arial"/>
              </a:defRPr>
            </a:lvl6pPr>
            <a:lvl7pPr algn="l">
              <a:defRPr sz="3000" b="1">
                <a:solidFill>
                  <a:srgbClr val="267C83"/>
                </a:solidFill>
                <a:latin typeface="Arial"/>
                <a:ea typeface="Arial"/>
                <a:cs typeface="Arial"/>
              </a:defRPr>
            </a:lvl7pPr>
            <a:lvl8pPr algn="l">
              <a:defRPr sz="3000" b="1">
                <a:solidFill>
                  <a:srgbClr val="267C83"/>
                </a:solidFill>
                <a:latin typeface="Arial"/>
                <a:ea typeface="Arial"/>
                <a:cs typeface="Arial"/>
              </a:defRPr>
            </a:lvl8pPr>
            <a:lvl9pPr algn="l">
              <a:defRPr sz="3000" b="1">
                <a:solidFill>
                  <a:srgbClr val="267C83"/>
                </a:solidFill>
                <a:latin typeface="Arial"/>
                <a:ea typeface="Arial"/>
                <a:cs typeface="Arial"/>
              </a:defRPr>
            </a:lvl9pPr>
          </a:lstStyle>
          <a:p xmlns:a="http://schemas.openxmlformats.org/drawingml/2006/main">
            <a:pPr algn="l">
              <a:lnSpc>
                <a:spcPct val="108000"/>
              </a:lnSpc>
              <a:buNone/>
              <a:defRPr sz="3000" b="1">
                <a:solidFill>
                  <a:srgbClr val="267C83"/>
                </a:solidFill>
                <a:latin typeface="Arial"/>
                <a:ea typeface="Arial"/>
                <a:cs typeface="Arial"/>
              </a:defRPr>
            </a:pPr>
            <a:r>
              <a:rPr sz="3000" b="1">
                <a:solidFill>
                  <a:srgbClr val="267C83"/>
                </a:solidFill>
                <a:latin typeface="Arial"/>
                <a:ea typeface="Arial"/>
                <a:cs typeface="Arial"/>
              </a:rPr>
              <a:t>VLM hỗ trợ hiểu ảnh và chọn thao tác</a:t>
            </a:r>
          </a:p>
        </p:txBody>
      </p:sp>
      <p:sp>
        <p:nvSpPr>
          <p:cNvPr id="4" name="">
            <a:extLst xmlns:a="http://schemas.openxmlformats.org/drawingml/2006/main">
              <a:ext uri="{FF2B5EF4-FFF2-40B4-BE49-F238E27FC236}">
                <a16:creationId xmlns:a16="http://schemas.microsoft.com/office/drawing/2014/main" id="{9DDF3DCD-AA69-44D9-AE3F-3A89A30EFCA7}"/>
              </a:ext>
            </a:extLst>
          </p:cNvPr>
          <p:cNvSpPr>
            <a:spLocks xmlns:a="http://schemas.openxmlformats.org/drawingml/2006/main" noGrp="1"/>
          </p:cNvSpPr>
          <p:nvPr/>
        </p:nvSpPr>
        <p:spPr>
          <a:xfrm xmlns:a="http://schemas.openxmlformats.org/drawingml/2006/main">
            <a:off x="609600" y="29527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92F43"/>
                </a:solidFill>
                <a:latin typeface="Arial"/>
                <a:ea typeface="Arial"/>
                <a:cs typeface="Arial"/>
              </a:defRPr>
            </a:defPPr>
            <a:lvl1pPr algn="l">
              <a:defRPr sz="2775" b="1">
                <a:solidFill>
                  <a:srgbClr val="192F43"/>
                </a:solidFill>
                <a:latin typeface="Arial"/>
                <a:ea typeface="Arial"/>
                <a:cs typeface="Arial"/>
              </a:defRPr>
            </a:lvl1pPr>
            <a:lvl2pPr algn="l">
              <a:defRPr sz="2775" b="1">
                <a:solidFill>
                  <a:srgbClr val="192F43"/>
                </a:solidFill>
                <a:latin typeface="Arial"/>
                <a:ea typeface="Arial"/>
                <a:cs typeface="Arial"/>
              </a:defRPr>
            </a:lvl2pPr>
            <a:lvl3pPr algn="l">
              <a:defRPr sz="2775" b="1">
                <a:solidFill>
                  <a:srgbClr val="192F43"/>
                </a:solidFill>
                <a:latin typeface="Arial"/>
                <a:ea typeface="Arial"/>
                <a:cs typeface="Arial"/>
              </a:defRPr>
            </a:lvl3pPr>
            <a:lvl4pPr algn="l">
              <a:defRPr sz="2775" b="1">
                <a:solidFill>
                  <a:srgbClr val="192F43"/>
                </a:solidFill>
                <a:latin typeface="Arial"/>
                <a:ea typeface="Arial"/>
                <a:cs typeface="Arial"/>
              </a:defRPr>
            </a:lvl4pPr>
            <a:lvl5pPr algn="l">
              <a:defRPr sz="2775" b="1">
                <a:solidFill>
                  <a:srgbClr val="192F43"/>
                </a:solidFill>
                <a:latin typeface="Arial"/>
                <a:ea typeface="Arial"/>
                <a:cs typeface="Arial"/>
              </a:defRPr>
            </a:lvl5pPr>
            <a:lvl6pPr algn="l">
              <a:defRPr sz="2775" b="1">
                <a:solidFill>
                  <a:srgbClr val="192F43"/>
                </a:solidFill>
                <a:latin typeface="Arial"/>
                <a:ea typeface="Arial"/>
                <a:cs typeface="Arial"/>
              </a:defRPr>
            </a:lvl6pPr>
            <a:lvl7pPr algn="l">
              <a:defRPr sz="2775" b="1">
                <a:solidFill>
                  <a:srgbClr val="192F43"/>
                </a:solidFill>
                <a:latin typeface="Arial"/>
                <a:ea typeface="Arial"/>
                <a:cs typeface="Arial"/>
              </a:defRPr>
            </a:lvl7pPr>
            <a:lvl8pPr algn="l">
              <a:defRPr sz="2775" b="1">
                <a:solidFill>
                  <a:srgbClr val="192F43"/>
                </a:solidFill>
                <a:latin typeface="Arial"/>
                <a:ea typeface="Arial"/>
                <a:cs typeface="Arial"/>
              </a:defRPr>
            </a:lvl8pPr>
            <a:lvl9pPr algn="l">
              <a:defRPr sz="2775" b="1">
                <a:solidFill>
                  <a:srgbClr val="192F43"/>
                </a:solidFill>
                <a:latin typeface="Arial"/>
                <a:ea typeface="Arial"/>
                <a:cs typeface="Arial"/>
              </a:defRPr>
            </a:lvl9pPr>
          </a:lstStyle>
          <a:p xmlns:a="http://schemas.openxmlformats.org/drawingml/2006/main">
            <a:pPr algn="l">
              <a:lnSpc>
                <a:spcPct val="108000"/>
              </a:lnSpc>
              <a:buNone/>
              <a:defRPr sz="2775" b="1">
                <a:solidFill>
                  <a:srgbClr val="192F43"/>
                </a:solidFill>
                <a:latin typeface="Arial"/>
                <a:ea typeface="Arial"/>
                <a:cs typeface="Arial"/>
              </a:defRPr>
            </a:pPr>
            <a:r>
              <a:rPr sz="2775" b="1">
                <a:solidFill>
                  <a:srgbClr val="192F43"/>
                </a:solidFill>
                <a:latin typeface="Arial"/>
                <a:ea typeface="Arial"/>
                <a:cs typeface="Arial"/>
              </a:rPr>
              <a:t>Thuật toán cổ điển thực thi việc sửa điểm ảnh</a:t>
            </a:r>
          </a:p>
        </p:txBody>
      </p:sp>
      <p:sp>
        <p:nvSpPr>
          <p:cNvPr id="5" name="">
            <a:extLst xmlns:a="http://schemas.openxmlformats.org/drawingml/2006/main">
              <a:ext uri="{FF2B5EF4-FFF2-40B4-BE49-F238E27FC236}">
                <a16:creationId xmlns:a16="http://schemas.microsoft.com/office/drawing/2014/main" id="{CA8ED080-C7B0-48DE-ACCB-0FE8A7A151A5}"/>
              </a:ext>
            </a:extLst>
          </p:cNvPr>
          <p:cNvSpPr>
            <a:spLocks xmlns:a="http://schemas.openxmlformats.org/drawingml/2006/main" noGrp="1"/>
          </p:cNvSpPr>
          <p:nvPr/>
        </p:nvSpPr>
        <p:spPr>
          <a:xfrm xmlns:a="http://schemas.openxmlformats.org/drawingml/2006/main">
            <a:off x="609600" y="4143375"/>
            <a:ext cx="1071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92F43"/>
                </a:solidFill>
                <a:latin typeface="Arial"/>
                <a:ea typeface="Arial"/>
                <a:cs typeface="Arial"/>
              </a:defRPr>
            </a:defPPr>
            <a:lvl1pPr algn="l">
              <a:defRPr sz="2475" b="0">
                <a:solidFill>
                  <a:srgbClr val="192F43"/>
                </a:solidFill>
                <a:latin typeface="Arial"/>
                <a:ea typeface="Arial"/>
                <a:cs typeface="Arial"/>
              </a:defRPr>
            </a:lvl1pPr>
            <a:lvl2pPr algn="l">
              <a:defRPr sz="2475" b="0">
                <a:solidFill>
                  <a:srgbClr val="192F43"/>
                </a:solidFill>
                <a:latin typeface="Arial"/>
                <a:ea typeface="Arial"/>
                <a:cs typeface="Arial"/>
              </a:defRPr>
            </a:lvl2pPr>
            <a:lvl3pPr algn="l">
              <a:defRPr sz="2475" b="0">
                <a:solidFill>
                  <a:srgbClr val="192F43"/>
                </a:solidFill>
                <a:latin typeface="Arial"/>
                <a:ea typeface="Arial"/>
                <a:cs typeface="Arial"/>
              </a:defRPr>
            </a:lvl3pPr>
            <a:lvl4pPr algn="l">
              <a:defRPr sz="2475" b="0">
                <a:solidFill>
                  <a:srgbClr val="192F43"/>
                </a:solidFill>
                <a:latin typeface="Arial"/>
                <a:ea typeface="Arial"/>
                <a:cs typeface="Arial"/>
              </a:defRPr>
            </a:lvl4pPr>
            <a:lvl5pPr algn="l">
              <a:defRPr sz="2475" b="0">
                <a:solidFill>
                  <a:srgbClr val="192F43"/>
                </a:solidFill>
                <a:latin typeface="Arial"/>
                <a:ea typeface="Arial"/>
                <a:cs typeface="Arial"/>
              </a:defRPr>
            </a:lvl5pPr>
            <a:lvl6pPr algn="l">
              <a:defRPr sz="2475" b="0">
                <a:solidFill>
                  <a:srgbClr val="192F43"/>
                </a:solidFill>
                <a:latin typeface="Arial"/>
                <a:ea typeface="Arial"/>
                <a:cs typeface="Arial"/>
              </a:defRPr>
            </a:lvl6pPr>
            <a:lvl7pPr algn="l">
              <a:defRPr sz="2475" b="0">
                <a:solidFill>
                  <a:srgbClr val="192F43"/>
                </a:solidFill>
                <a:latin typeface="Arial"/>
                <a:ea typeface="Arial"/>
                <a:cs typeface="Arial"/>
              </a:defRPr>
            </a:lvl7pPr>
            <a:lvl8pPr algn="l">
              <a:defRPr sz="2475" b="0">
                <a:solidFill>
                  <a:srgbClr val="192F43"/>
                </a:solidFill>
                <a:latin typeface="Arial"/>
                <a:ea typeface="Arial"/>
                <a:cs typeface="Arial"/>
              </a:defRPr>
            </a:lvl8pPr>
            <a:lvl9pPr algn="l">
              <a:defRPr sz="2475" b="0">
                <a:solidFill>
                  <a:srgbClr val="192F43"/>
                </a:solidFill>
                <a:latin typeface="Arial"/>
                <a:ea typeface="Arial"/>
                <a:cs typeface="Arial"/>
              </a:defRPr>
            </a:lvl9pPr>
          </a:lstStyle>
          <a:p xmlns:a="http://schemas.openxmlformats.org/drawingml/2006/main">
            <a:pPr algn="l">
              <a:lnSpc>
                <a:spcPct val="108000"/>
              </a:lnSpc>
              <a:buNone/>
              <a:defRPr sz="2475" b="0">
                <a:solidFill>
                  <a:srgbClr val="192F43"/>
                </a:solidFill>
                <a:latin typeface="Arial"/>
                <a:ea typeface="Arial"/>
                <a:cs typeface="Arial"/>
              </a:defRPr>
            </a:pPr>
            <a:r>
              <a:rPr sz="2475" b="0">
                <a:solidFill>
                  <a:srgbClr val="192F43"/>
                </a:solidFill>
                <a:latin typeface="Arial"/>
                <a:ea typeface="Arial"/>
                <a:cs typeface="Arial"/>
              </a:rPr>
              <a:t>Vòng phản hồi giúp kiểm tra tiến triển</a:t>
            </a:r>
          </a:p>
          <a:p xmlns:a="http://schemas.openxmlformats.org/drawingml/2006/main">
            <a:pPr algn="l">
              <a:lnSpc>
                <a:spcPct val="108000"/>
              </a:lnSpc>
              <a:buNone/>
              <a:defRPr sz="2475" b="0">
                <a:solidFill>
                  <a:srgbClr val="192F43"/>
                </a:solidFill>
                <a:latin typeface="Arial"/>
                <a:ea typeface="Arial"/>
                <a:cs typeface="Arial"/>
              </a:defRPr>
            </a:pPr>
            <a:r>
              <a:rPr sz="2475" b="0">
                <a:solidFill>
                  <a:srgbClr val="192F43"/>
                </a:solidFill>
                <a:latin typeface="Arial"/>
                <a:ea typeface="Arial"/>
                <a:cs typeface="Arial"/>
              </a:rPr>
              <a:t>và giữ lại ảnh khi xử lý gây suy thoái</a:t>
            </a:r>
          </a:p>
        </p:txBody>
      </p:sp>
      <p:sp>
        <p:nvSpPr>
          <p:cNvPr id="6" name="">
            <a:extLst xmlns:a="http://schemas.openxmlformats.org/drawingml/2006/main">
              <a:ext uri="{FF2B5EF4-FFF2-40B4-BE49-F238E27FC236}">
                <a16:creationId xmlns:a16="http://schemas.microsoft.com/office/drawing/2014/main" id="{BA504FF3-B5B9-4E78-A8FB-E5FFECB6EE0A}"/>
              </a:ext>
            </a:extLst>
          </p:cNvPr>
          <p:cNvSpPr>
            <a:spLocks xmlns:a="http://schemas.openxmlformats.org/drawingml/2006/main" noGrp="1"/>
          </p:cNvSpPr>
          <p:nvPr/>
        </p:nvSpPr>
        <p:spPr>
          <a:xfrm xmlns:a="http://schemas.openxmlformats.org/drawingml/2006/main">
            <a:off x="609600" y="57531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779"/>
                </a:solidFill>
                <a:latin typeface="Arial"/>
                <a:ea typeface="Arial"/>
                <a:cs typeface="Arial"/>
              </a:defRPr>
            </a:defPPr>
            <a:lvl1pPr algn="l">
              <a:defRPr sz="2175" b="0">
                <a:solidFill>
                  <a:srgbClr val="526779"/>
                </a:solidFill>
                <a:latin typeface="Arial"/>
                <a:ea typeface="Arial"/>
                <a:cs typeface="Arial"/>
              </a:defRPr>
            </a:lvl1pPr>
            <a:lvl2pPr algn="l">
              <a:defRPr sz="2175" b="0">
                <a:solidFill>
                  <a:srgbClr val="526779"/>
                </a:solidFill>
                <a:latin typeface="Arial"/>
                <a:ea typeface="Arial"/>
                <a:cs typeface="Arial"/>
              </a:defRPr>
            </a:lvl2pPr>
            <a:lvl3pPr algn="l">
              <a:defRPr sz="2175" b="0">
                <a:solidFill>
                  <a:srgbClr val="526779"/>
                </a:solidFill>
                <a:latin typeface="Arial"/>
                <a:ea typeface="Arial"/>
                <a:cs typeface="Arial"/>
              </a:defRPr>
            </a:lvl3pPr>
            <a:lvl4pPr algn="l">
              <a:defRPr sz="2175" b="0">
                <a:solidFill>
                  <a:srgbClr val="526779"/>
                </a:solidFill>
                <a:latin typeface="Arial"/>
                <a:ea typeface="Arial"/>
                <a:cs typeface="Arial"/>
              </a:defRPr>
            </a:lvl4pPr>
            <a:lvl5pPr algn="l">
              <a:defRPr sz="2175" b="0">
                <a:solidFill>
                  <a:srgbClr val="526779"/>
                </a:solidFill>
                <a:latin typeface="Arial"/>
                <a:ea typeface="Arial"/>
                <a:cs typeface="Arial"/>
              </a:defRPr>
            </a:lvl5pPr>
            <a:lvl6pPr algn="l">
              <a:defRPr sz="2175" b="0">
                <a:solidFill>
                  <a:srgbClr val="526779"/>
                </a:solidFill>
                <a:latin typeface="Arial"/>
                <a:ea typeface="Arial"/>
                <a:cs typeface="Arial"/>
              </a:defRPr>
            </a:lvl6pPr>
            <a:lvl7pPr algn="l">
              <a:defRPr sz="2175" b="0">
                <a:solidFill>
                  <a:srgbClr val="526779"/>
                </a:solidFill>
                <a:latin typeface="Arial"/>
                <a:ea typeface="Arial"/>
                <a:cs typeface="Arial"/>
              </a:defRPr>
            </a:lvl7pPr>
            <a:lvl8pPr algn="l">
              <a:defRPr sz="2175" b="0">
                <a:solidFill>
                  <a:srgbClr val="526779"/>
                </a:solidFill>
                <a:latin typeface="Arial"/>
                <a:ea typeface="Arial"/>
                <a:cs typeface="Arial"/>
              </a:defRPr>
            </a:lvl8pPr>
            <a:lvl9pPr algn="l">
              <a:defRPr sz="2175" b="0">
                <a:solidFill>
                  <a:srgbClr val="526779"/>
                </a:solidFill>
                <a:latin typeface="Arial"/>
                <a:ea typeface="Arial"/>
                <a:cs typeface="Arial"/>
              </a:defRPr>
            </a:lvl9pPr>
          </a:lstStyle>
          <a:p xmlns:a="http://schemas.openxmlformats.org/drawingml/2006/main">
            <a:pPr algn="l">
              <a:lnSpc>
                <a:spcPct val="108000"/>
              </a:lnSpc>
              <a:buNone/>
              <a:defRPr sz="2175" b="0">
                <a:solidFill>
                  <a:srgbClr val="526779"/>
                </a:solidFill>
                <a:latin typeface="Arial"/>
                <a:ea typeface="Arial"/>
                <a:cs typeface="Arial"/>
              </a:defRPr>
            </a:pPr>
            <a:r>
              <a:rPr sz="2175" b="0">
                <a:solidFill>
                  <a:srgbClr val="526779"/>
                </a:solidFill>
                <a:latin typeface="Arial"/>
                <a:ea typeface="Arial"/>
                <a:cs typeface="Arial"/>
              </a:rPr>
              <a:t>Trao đổi và câu hỏi</a:t>
            </a:r>
          </a:p>
        </p:txBody>
      </p:sp>
    </p:spTree>
    <p:extLst>
      <p:ext uri="{BB962C8B-B14F-4D97-AF65-F5344CB8AC3E}">
        <p14:creationId xmlns:p14="http://schemas.microsoft.com/office/powerpoint/2010/main" val="3264396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2026-10-29T15:53:24.8050000Z</dcterms:created>
  <dcterms:modified xsi:type="dcterms:W3CDTF">2026-10-29T15:53:24.8050000Z</dcterms:modified>
</coreProperties>
</file>